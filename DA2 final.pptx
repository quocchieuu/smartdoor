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2"/>
  </p:notesMasterIdLst>
  <p:handoutMasterIdLst>
    <p:handoutMasterId r:id="rId23"/>
  </p:handoutMasterIdLst>
  <p:sldIdLst>
    <p:sldId id="292" r:id="rId5"/>
    <p:sldId id="297" r:id="rId6"/>
    <p:sldId id="283" r:id="rId7"/>
    <p:sldId id="304" r:id="rId8"/>
    <p:sldId id="308" r:id="rId9"/>
    <p:sldId id="310" r:id="rId10"/>
    <p:sldId id="312" r:id="rId11"/>
    <p:sldId id="311" r:id="rId12"/>
    <p:sldId id="314" r:id="rId13"/>
    <p:sldId id="313" r:id="rId14"/>
    <p:sldId id="315" r:id="rId15"/>
    <p:sldId id="316" r:id="rId16"/>
    <p:sldId id="322" r:id="rId17"/>
    <p:sldId id="318" r:id="rId18"/>
    <p:sldId id="319" r:id="rId19"/>
    <p:sldId id="321" r:id="rId20"/>
    <p:sldId id="289"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478556A-A7C7-4569-AE33-B28EB34388B1}">
          <p14:sldIdLst>
            <p14:sldId id="292"/>
            <p14:sldId id="297"/>
            <p14:sldId id="283"/>
            <p14:sldId id="304"/>
            <p14:sldId id="308"/>
            <p14:sldId id="310"/>
            <p14:sldId id="312"/>
            <p14:sldId id="311"/>
            <p14:sldId id="314"/>
            <p14:sldId id="313"/>
            <p14:sldId id="315"/>
            <p14:sldId id="316"/>
            <p14:sldId id="322"/>
            <p14:sldId id="318"/>
            <p14:sldId id="319"/>
            <p14:sldId id="321"/>
            <p14:sldId id="289"/>
          </p14:sldIdLst>
        </p14:section>
      </p14:sectionLst>
    </p:ex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FFCCCC"/>
    <a:srgbClr val="2D4C6C"/>
    <a:srgbClr val="D6E0EB"/>
    <a:srgbClr val="98432A"/>
    <a:srgbClr val="446992"/>
    <a:srgbClr val="AEC2D8"/>
    <a:srgbClr val="D84400"/>
    <a:srgbClr val="44678D"/>
    <a:srgbClr val="263E5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5634"/>
  </p:normalViewPr>
  <p:slideViewPr>
    <p:cSldViewPr snapToGrid="0" showGuides="1">
      <p:cViewPr>
        <p:scale>
          <a:sx n="100" d="100"/>
          <a:sy n="100" d="100"/>
        </p:scale>
        <p:origin x="168" y="-418"/>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10/27/2025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10/27/2025</a:t>
            </a:fld>
            <a:endParaRPr lang="en-US"/>
          </a:p>
        </p:txBody>
      </p:sp>
      <p:sp>
        <p:nvSpPr>
          <p:cNvPr id="12" name="Notes Placeholder 11"/>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17</a:t>
            </a:fld>
            <a:endParaRPr lang="en-US" altLang="zh-CN"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1" fmla="*/ 2530205 w 6463478"/>
              <a:gd name="connsiteY0-2" fmla="*/ 0 h 6858000"/>
              <a:gd name="connsiteX1-3" fmla="*/ 4318428 w 6463478"/>
              <a:gd name="connsiteY1-4" fmla="*/ 0 h 6858000"/>
              <a:gd name="connsiteX2-5" fmla="*/ 6463478 w 6463478"/>
              <a:gd name="connsiteY2-6" fmla="*/ 1338386 h 6858000"/>
              <a:gd name="connsiteX3-7" fmla="*/ 6463478 w 6463478"/>
              <a:gd name="connsiteY3-8" fmla="*/ 5624376 h 6858000"/>
              <a:gd name="connsiteX4-9" fmla="*/ 4358603 w 6463478"/>
              <a:gd name="connsiteY4-10" fmla="*/ 6858000 h 6858000"/>
              <a:gd name="connsiteX5-11" fmla="*/ 2570400 w 6463478"/>
              <a:gd name="connsiteY5-12" fmla="*/ 6858000 h 6858000"/>
              <a:gd name="connsiteX6-13" fmla="*/ 17140 w 6463478"/>
              <a:gd name="connsiteY6-14" fmla="*/ 5339864 h 6858000"/>
              <a:gd name="connsiteX7-15" fmla="*/ 0 w 6463478"/>
              <a:gd name="connsiteY7-16" fmla="*/ 1404433 h 6858000"/>
              <a:gd name="connsiteX8" fmla="*/ 2530205 w 6463478"/>
              <a:gd name="connsiteY8" fmla="*/ 0 h 6858000"/>
              <a:gd name="connsiteX0-17" fmla="*/ 2513726 w 6446999"/>
              <a:gd name="connsiteY0-18" fmla="*/ 0 h 6858000"/>
              <a:gd name="connsiteX1-19" fmla="*/ 4301949 w 6446999"/>
              <a:gd name="connsiteY1-20" fmla="*/ 0 h 6858000"/>
              <a:gd name="connsiteX2-21" fmla="*/ 6446999 w 6446999"/>
              <a:gd name="connsiteY2-22" fmla="*/ 1338386 h 6858000"/>
              <a:gd name="connsiteX3-23" fmla="*/ 6446999 w 6446999"/>
              <a:gd name="connsiteY3-24" fmla="*/ 5624376 h 6858000"/>
              <a:gd name="connsiteX4-25" fmla="*/ 4342124 w 6446999"/>
              <a:gd name="connsiteY4-26" fmla="*/ 6858000 h 6858000"/>
              <a:gd name="connsiteX5-27" fmla="*/ 2553921 w 6446999"/>
              <a:gd name="connsiteY5-28" fmla="*/ 6858000 h 6858000"/>
              <a:gd name="connsiteX6-29" fmla="*/ 661 w 6446999"/>
              <a:gd name="connsiteY6-30" fmla="*/ 5339864 h 6858000"/>
              <a:gd name="connsiteX7-31" fmla="*/ 299 w 6446999"/>
              <a:gd name="connsiteY7-32" fmla="*/ 1396044 h 6858000"/>
              <a:gd name="connsiteX8-33" fmla="*/ 2513726 w 6446999"/>
              <a:gd name="connsiteY8-34" fmla="*/ 0 h 6858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5" name="Footer Placeholder 4"/>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p:cNvSpPr>
            <a:spLocks noGrp="1"/>
          </p:cNvSpPr>
          <p:nvPr>
            <p:ph type="sldNum" sz="quarter" idx="31"/>
          </p:nvPr>
        </p:nvSpPr>
        <p:spPr/>
        <p:txBody>
          <a:bodyPr>
            <a:noAutofit/>
          </a:bodyPr>
          <a:lstStyle/>
          <a:p>
            <a:fld id="{47FEACEE-25B4-4A2D-B147-27296E36371D}" type="slidenum">
              <a:rPr lang="en-US" altLang="zh-CN" noProof="0" smtClean="0"/>
              <a:t>‹#›</a:t>
            </a:fld>
            <a:endParaRPr lang="en-US" altLang="zh-CN"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p:cNvSpPr>
            <a:spLocks noGrp="1"/>
          </p:cNvSpPr>
          <p:nvPr>
            <p:ph type="sldNum" sz="quarter" idx="55"/>
          </p:nvPr>
        </p:nvSpPr>
        <p:spPr/>
        <p:txBody>
          <a:bodyPr>
            <a:noAutofit/>
          </a:bodyPr>
          <a:lstStyle/>
          <a:p>
            <a:fld id="{47FEACEE-25B4-4A2D-B147-27296E36371D}" type="slidenum">
              <a:rPr lang="en-US" altLang="zh-CN" noProof="0" smtClean="0"/>
              <a:t>‹#›</a:t>
            </a:fld>
            <a:endParaRPr lang="en-US" altLang="zh-CN"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1" fmla="*/ 0 w 7159557"/>
              <a:gd name="connsiteY0-2" fmla="*/ 2052536 h 2733472"/>
              <a:gd name="connsiteX1-3" fmla="*/ 1186774 w 7159557"/>
              <a:gd name="connsiteY1-4" fmla="*/ 1361872 h 2733472"/>
              <a:gd name="connsiteX2-5" fmla="*/ 2368685 w 7159557"/>
              <a:gd name="connsiteY2-6" fmla="*/ 2057400 h 2733472"/>
              <a:gd name="connsiteX3-7" fmla="*/ 2378413 w 7159557"/>
              <a:gd name="connsiteY3-8" fmla="*/ 690664 h 2733472"/>
              <a:gd name="connsiteX4-9" fmla="*/ 3570051 w 7159557"/>
              <a:gd name="connsiteY4-10" fmla="*/ 0 h 2733472"/>
              <a:gd name="connsiteX5-11" fmla="*/ 4761689 w 7159557"/>
              <a:gd name="connsiteY5-12" fmla="*/ 680936 h 2733472"/>
              <a:gd name="connsiteX6-13" fmla="*/ 4756825 w 7159557"/>
              <a:gd name="connsiteY6-14" fmla="*/ 2052536 h 2733472"/>
              <a:gd name="connsiteX7-15" fmla="*/ 5958191 w 7159557"/>
              <a:gd name="connsiteY7-16" fmla="*/ 2733472 h 2733472"/>
              <a:gd name="connsiteX8-17" fmla="*/ 7159557 w 7159557"/>
              <a:gd name="connsiteY8-18" fmla="*/ 2067128 h 2733472"/>
              <a:gd name="connsiteX0-19" fmla="*/ 0 w 7164420"/>
              <a:gd name="connsiteY0-20" fmla="*/ 2052536 h 2733472"/>
              <a:gd name="connsiteX1-21" fmla="*/ 1186774 w 7164420"/>
              <a:gd name="connsiteY1-22" fmla="*/ 1361872 h 2733472"/>
              <a:gd name="connsiteX2-23" fmla="*/ 2368685 w 7164420"/>
              <a:gd name="connsiteY2-24" fmla="*/ 2057400 h 2733472"/>
              <a:gd name="connsiteX3-25" fmla="*/ 2378413 w 7164420"/>
              <a:gd name="connsiteY3-26" fmla="*/ 690664 h 2733472"/>
              <a:gd name="connsiteX4-27" fmla="*/ 3570051 w 7164420"/>
              <a:gd name="connsiteY4-28" fmla="*/ 0 h 2733472"/>
              <a:gd name="connsiteX5-29" fmla="*/ 4761689 w 7164420"/>
              <a:gd name="connsiteY5-30" fmla="*/ 680936 h 2733472"/>
              <a:gd name="connsiteX6-31" fmla="*/ 4756825 w 7164420"/>
              <a:gd name="connsiteY6-32" fmla="*/ 2052536 h 2733472"/>
              <a:gd name="connsiteX7-33" fmla="*/ 5958191 w 7164420"/>
              <a:gd name="connsiteY7-34" fmla="*/ 2733472 h 2733472"/>
              <a:gd name="connsiteX8-35" fmla="*/ 7164420 w 7164420"/>
              <a:gd name="connsiteY8-36" fmla="*/ 2062264 h 2733472"/>
              <a:gd name="connsiteX0-37" fmla="*/ 0 w 7164420"/>
              <a:gd name="connsiteY0-38" fmla="*/ 2052536 h 2733472"/>
              <a:gd name="connsiteX1-39" fmla="*/ 1186774 w 7164420"/>
              <a:gd name="connsiteY1-40" fmla="*/ 1361872 h 2733472"/>
              <a:gd name="connsiteX2-41" fmla="*/ 2368685 w 7164420"/>
              <a:gd name="connsiteY2-42" fmla="*/ 2057400 h 2733472"/>
              <a:gd name="connsiteX3-43" fmla="*/ 2378413 w 7164420"/>
              <a:gd name="connsiteY3-44" fmla="*/ 690664 h 2733472"/>
              <a:gd name="connsiteX4-45" fmla="*/ 3570051 w 7164420"/>
              <a:gd name="connsiteY4-46" fmla="*/ 0 h 2733472"/>
              <a:gd name="connsiteX5-47" fmla="*/ 4761689 w 7164420"/>
              <a:gd name="connsiteY5-48" fmla="*/ 680936 h 2733472"/>
              <a:gd name="connsiteX6-49" fmla="*/ 4756825 w 7164420"/>
              <a:gd name="connsiteY6-50" fmla="*/ 2052536 h 2733472"/>
              <a:gd name="connsiteX7-51" fmla="*/ 5958191 w 7164420"/>
              <a:gd name="connsiteY7-52" fmla="*/ 2733472 h 2733472"/>
              <a:gd name="connsiteX8-53" fmla="*/ 7164420 w 7164420"/>
              <a:gd name="connsiteY8-54" fmla="*/ 2057400 h 2733472"/>
              <a:gd name="connsiteX0-55" fmla="*/ 0 w 7164420"/>
              <a:gd name="connsiteY0-56" fmla="*/ 2052536 h 2733472"/>
              <a:gd name="connsiteX1-57" fmla="*/ 1186774 w 7164420"/>
              <a:gd name="connsiteY1-58" fmla="*/ 1361872 h 2733472"/>
              <a:gd name="connsiteX2-59" fmla="*/ 2368685 w 7164420"/>
              <a:gd name="connsiteY2-60" fmla="*/ 2057400 h 2733472"/>
              <a:gd name="connsiteX3-61" fmla="*/ 2378413 w 7164420"/>
              <a:gd name="connsiteY3-62" fmla="*/ 690664 h 2733472"/>
              <a:gd name="connsiteX4-63" fmla="*/ 3570051 w 7164420"/>
              <a:gd name="connsiteY4-64" fmla="*/ 0 h 2733472"/>
              <a:gd name="connsiteX5-65" fmla="*/ 4761689 w 7164420"/>
              <a:gd name="connsiteY5-66" fmla="*/ 680936 h 2733472"/>
              <a:gd name="connsiteX6-67" fmla="*/ 4756825 w 7164420"/>
              <a:gd name="connsiteY6-68" fmla="*/ 2052536 h 2733472"/>
              <a:gd name="connsiteX7-69" fmla="*/ 5958191 w 7164420"/>
              <a:gd name="connsiteY7-70" fmla="*/ 2733472 h 2733472"/>
              <a:gd name="connsiteX8-71" fmla="*/ 7164420 w 7164420"/>
              <a:gd name="connsiteY8-72" fmla="*/ 2052536 h 2733472"/>
              <a:gd name="connsiteX0-73" fmla="*/ 0 w 7159556"/>
              <a:gd name="connsiteY0-74" fmla="*/ 2052536 h 2733472"/>
              <a:gd name="connsiteX1-75" fmla="*/ 1186774 w 7159556"/>
              <a:gd name="connsiteY1-76" fmla="*/ 1361872 h 2733472"/>
              <a:gd name="connsiteX2-77" fmla="*/ 2368685 w 7159556"/>
              <a:gd name="connsiteY2-78" fmla="*/ 2057400 h 2733472"/>
              <a:gd name="connsiteX3-79" fmla="*/ 2378413 w 7159556"/>
              <a:gd name="connsiteY3-80" fmla="*/ 690664 h 2733472"/>
              <a:gd name="connsiteX4-81" fmla="*/ 3570051 w 7159556"/>
              <a:gd name="connsiteY4-82" fmla="*/ 0 h 2733472"/>
              <a:gd name="connsiteX5-83" fmla="*/ 4761689 w 7159556"/>
              <a:gd name="connsiteY5-84" fmla="*/ 680936 h 2733472"/>
              <a:gd name="connsiteX6-85" fmla="*/ 4756825 w 7159556"/>
              <a:gd name="connsiteY6-86" fmla="*/ 2052536 h 2733472"/>
              <a:gd name="connsiteX7-87" fmla="*/ 5958191 w 7159556"/>
              <a:gd name="connsiteY7-88" fmla="*/ 2733472 h 2733472"/>
              <a:gd name="connsiteX8-89" fmla="*/ 7159556 w 7159556"/>
              <a:gd name="connsiteY8-90" fmla="*/ 2052536 h 2733472"/>
              <a:gd name="connsiteX0-91" fmla="*/ 0 w 7145649"/>
              <a:gd name="connsiteY0-92" fmla="*/ 2049060 h 2733472"/>
              <a:gd name="connsiteX1-93" fmla="*/ 1172867 w 7145649"/>
              <a:gd name="connsiteY1-94" fmla="*/ 1361872 h 2733472"/>
              <a:gd name="connsiteX2-95" fmla="*/ 2354778 w 7145649"/>
              <a:gd name="connsiteY2-96" fmla="*/ 2057400 h 2733472"/>
              <a:gd name="connsiteX3-97" fmla="*/ 2364506 w 7145649"/>
              <a:gd name="connsiteY3-98" fmla="*/ 690664 h 2733472"/>
              <a:gd name="connsiteX4-99" fmla="*/ 3556144 w 7145649"/>
              <a:gd name="connsiteY4-100" fmla="*/ 0 h 2733472"/>
              <a:gd name="connsiteX5-101" fmla="*/ 4747782 w 7145649"/>
              <a:gd name="connsiteY5-102" fmla="*/ 680936 h 2733472"/>
              <a:gd name="connsiteX6-103" fmla="*/ 4742918 w 7145649"/>
              <a:gd name="connsiteY6-104" fmla="*/ 2052536 h 2733472"/>
              <a:gd name="connsiteX7-105" fmla="*/ 5944284 w 7145649"/>
              <a:gd name="connsiteY7-106" fmla="*/ 2733472 h 2733472"/>
              <a:gd name="connsiteX8-107" fmla="*/ 7145649 w 7145649"/>
              <a:gd name="connsiteY8-108" fmla="*/ 2052536 h 2733472"/>
              <a:gd name="connsiteX0-109" fmla="*/ 0 w 7156079"/>
              <a:gd name="connsiteY0-110" fmla="*/ 2035152 h 2733472"/>
              <a:gd name="connsiteX1-111" fmla="*/ 1183297 w 7156079"/>
              <a:gd name="connsiteY1-112" fmla="*/ 1361872 h 2733472"/>
              <a:gd name="connsiteX2-113" fmla="*/ 2365208 w 7156079"/>
              <a:gd name="connsiteY2-114" fmla="*/ 2057400 h 2733472"/>
              <a:gd name="connsiteX3-115" fmla="*/ 2374936 w 7156079"/>
              <a:gd name="connsiteY3-116" fmla="*/ 690664 h 2733472"/>
              <a:gd name="connsiteX4-117" fmla="*/ 3566574 w 7156079"/>
              <a:gd name="connsiteY4-118" fmla="*/ 0 h 2733472"/>
              <a:gd name="connsiteX5-119" fmla="*/ 4758212 w 7156079"/>
              <a:gd name="connsiteY5-120" fmla="*/ 680936 h 2733472"/>
              <a:gd name="connsiteX6-121" fmla="*/ 4753348 w 7156079"/>
              <a:gd name="connsiteY6-122" fmla="*/ 2052536 h 2733472"/>
              <a:gd name="connsiteX7-123" fmla="*/ 5954714 w 7156079"/>
              <a:gd name="connsiteY7-124" fmla="*/ 2733472 h 2733472"/>
              <a:gd name="connsiteX8-125" fmla="*/ 7156079 w 7156079"/>
              <a:gd name="connsiteY8-126" fmla="*/ 2052536 h 2733472"/>
              <a:gd name="connsiteX0-127" fmla="*/ 0 w 7156079"/>
              <a:gd name="connsiteY0-128" fmla="*/ 2035152 h 2733472"/>
              <a:gd name="connsiteX1-129" fmla="*/ 1183297 w 7156079"/>
              <a:gd name="connsiteY1-130" fmla="*/ 1344488 h 2733472"/>
              <a:gd name="connsiteX2-131" fmla="*/ 2365208 w 7156079"/>
              <a:gd name="connsiteY2-132" fmla="*/ 2057400 h 2733472"/>
              <a:gd name="connsiteX3-133" fmla="*/ 2374936 w 7156079"/>
              <a:gd name="connsiteY3-134" fmla="*/ 690664 h 2733472"/>
              <a:gd name="connsiteX4-135" fmla="*/ 3566574 w 7156079"/>
              <a:gd name="connsiteY4-136" fmla="*/ 0 h 2733472"/>
              <a:gd name="connsiteX5-137" fmla="*/ 4758212 w 7156079"/>
              <a:gd name="connsiteY5-138" fmla="*/ 680936 h 2733472"/>
              <a:gd name="connsiteX6-139" fmla="*/ 4753348 w 7156079"/>
              <a:gd name="connsiteY6-140" fmla="*/ 2052536 h 2733472"/>
              <a:gd name="connsiteX7-141" fmla="*/ 5954714 w 7156079"/>
              <a:gd name="connsiteY7-142" fmla="*/ 2733472 h 2733472"/>
              <a:gd name="connsiteX8-143" fmla="*/ 7156079 w 7156079"/>
              <a:gd name="connsiteY8-144" fmla="*/ 2052536 h 2733472"/>
              <a:gd name="connsiteX0-145" fmla="*/ 0 w 7156079"/>
              <a:gd name="connsiteY0-146" fmla="*/ 2035152 h 2733472"/>
              <a:gd name="connsiteX1-147" fmla="*/ 1183297 w 7156079"/>
              <a:gd name="connsiteY1-148" fmla="*/ 1344488 h 2733472"/>
              <a:gd name="connsiteX2-149" fmla="*/ 2361731 w 7156079"/>
              <a:gd name="connsiteY2-150" fmla="*/ 2029586 h 2733472"/>
              <a:gd name="connsiteX3-151" fmla="*/ 2374936 w 7156079"/>
              <a:gd name="connsiteY3-152" fmla="*/ 690664 h 2733472"/>
              <a:gd name="connsiteX4-153" fmla="*/ 3566574 w 7156079"/>
              <a:gd name="connsiteY4-154" fmla="*/ 0 h 2733472"/>
              <a:gd name="connsiteX5-155" fmla="*/ 4758212 w 7156079"/>
              <a:gd name="connsiteY5-156" fmla="*/ 680936 h 2733472"/>
              <a:gd name="connsiteX6-157" fmla="*/ 4753348 w 7156079"/>
              <a:gd name="connsiteY6-158" fmla="*/ 2052536 h 2733472"/>
              <a:gd name="connsiteX7-159" fmla="*/ 5954714 w 7156079"/>
              <a:gd name="connsiteY7-160" fmla="*/ 2733472 h 2733472"/>
              <a:gd name="connsiteX8-161" fmla="*/ 7156079 w 7156079"/>
              <a:gd name="connsiteY8-162" fmla="*/ 2052536 h 2733472"/>
              <a:gd name="connsiteX0-163" fmla="*/ 0 w 7156079"/>
              <a:gd name="connsiteY0-164" fmla="*/ 2035152 h 2733472"/>
              <a:gd name="connsiteX1-165" fmla="*/ 1183297 w 7156079"/>
              <a:gd name="connsiteY1-166" fmla="*/ 1344488 h 2733472"/>
              <a:gd name="connsiteX2-167" fmla="*/ 2382592 w 7156079"/>
              <a:gd name="connsiteY2-168" fmla="*/ 2033063 h 2733472"/>
              <a:gd name="connsiteX3-169" fmla="*/ 2374936 w 7156079"/>
              <a:gd name="connsiteY3-170" fmla="*/ 690664 h 2733472"/>
              <a:gd name="connsiteX4-171" fmla="*/ 3566574 w 7156079"/>
              <a:gd name="connsiteY4-172" fmla="*/ 0 h 2733472"/>
              <a:gd name="connsiteX5-173" fmla="*/ 4758212 w 7156079"/>
              <a:gd name="connsiteY5-174" fmla="*/ 680936 h 2733472"/>
              <a:gd name="connsiteX6-175" fmla="*/ 4753348 w 7156079"/>
              <a:gd name="connsiteY6-176" fmla="*/ 2052536 h 2733472"/>
              <a:gd name="connsiteX7-177" fmla="*/ 5954714 w 7156079"/>
              <a:gd name="connsiteY7-178" fmla="*/ 2733472 h 2733472"/>
              <a:gd name="connsiteX8-179" fmla="*/ 7156079 w 7156079"/>
              <a:gd name="connsiteY8-180" fmla="*/ 2052536 h 2733472"/>
              <a:gd name="connsiteX0-181" fmla="*/ 0 w 7156079"/>
              <a:gd name="connsiteY0-182" fmla="*/ 2035152 h 2733472"/>
              <a:gd name="connsiteX1-183" fmla="*/ 1183297 w 7156079"/>
              <a:gd name="connsiteY1-184" fmla="*/ 1344488 h 2733472"/>
              <a:gd name="connsiteX2-185" fmla="*/ 2372162 w 7156079"/>
              <a:gd name="connsiteY2-186" fmla="*/ 2026110 h 2733472"/>
              <a:gd name="connsiteX3-187" fmla="*/ 2374936 w 7156079"/>
              <a:gd name="connsiteY3-188" fmla="*/ 690664 h 2733472"/>
              <a:gd name="connsiteX4-189" fmla="*/ 3566574 w 7156079"/>
              <a:gd name="connsiteY4-190" fmla="*/ 0 h 2733472"/>
              <a:gd name="connsiteX5-191" fmla="*/ 4758212 w 7156079"/>
              <a:gd name="connsiteY5-192" fmla="*/ 680936 h 2733472"/>
              <a:gd name="connsiteX6-193" fmla="*/ 4753348 w 7156079"/>
              <a:gd name="connsiteY6-194" fmla="*/ 2052536 h 2733472"/>
              <a:gd name="connsiteX7-195" fmla="*/ 5954714 w 7156079"/>
              <a:gd name="connsiteY7-196" fmla="*/ 2733472 h 2733472"/>
              <a:gd name="connsiteX8-197" fmla="*/ 7156079 w 7156079"/>
              <a:gd name="connsiteY8-198" fmla="*/ 2052536 h 2733472"/>
              <a:gd name="connsiteX0-199" fmla="*/ 0 w 7156079"/>
              <a:gd name="connsiteY0-200" fmla="*/ 2062966 h 2761286"/>
              <a:gd name="connsiteX1-201" fmla="*/ 1183297 w 7156079"/>
              <a:gd name="connsiteY1-202" fmla="*/ 1372302 h 2761286"/>
              <a:gd name="connsiteX2-203" fmla="*/ 2372162 w 7156079"/>
              <a:gd name="connsiteY2-204" fmla="*/ 2053924 h 2761286"/>
              <a:gd name="connsiteX3-205" fmla="*/ 2374936 w 7156079"/>
              <a:gd name="connsiteY3-206" fmla="*/ 718478 h 2761286"/>
              <a:gd name="connsiteX4-207" fmla="*/ 3577004 w 7156079"/>
              <a:gd name="connsiteY4-208" fmla="*/ 0 h 2761286"/>
              <a:gd name="connsiteX5-209" fmla="*/ 4758212 w 7156079"/>
              <a:gd name="connsiteY5-210" fmla="*/ 708750 h 2761286"/>
              <a:gd name="connsiteX6-211" fmla="*/ 4753348 w 7156079"/>
              <a:gd name="connsiteY6-212" fmla="*/ 2080350 h 2761286"/>
              <a:gd name="connsiteX7-213" fmla="*/ 5954714 w 7156079"/>
              <a:gd name="connsiteY7-214" fmla="*/ 2761286 h 2761286"/>
              <a:gd name="connsiteX8-215" fmla="*/ 7156079 w 7156079"/>
              <a:gd name="connsiteY8-216" fmla="*/ 2080350 h 2761286"/>
              <a:gd name="connsiteX0-217" fmla="*/ 0 w 7156079"/>
              <a:gd name="connsiteY0-218" fmla="*/ 2062966 h 2761286"/>
              <a:gd name="connsiteX1-219" fmla="*/ 1183297 w 7156079"/>
              <a:gd name="connsiteY1-220" fmla="*/ 1372302 h 2761286"/>
              <a:gd name="connsiteX2-221" fmla="*/ 2372162 w 7156079"/>
              <a:gd name="connsiteY2-222" fmla="*/ 2053924 h 2761286"/>
              <a:gd name="connsiteX3-223" fmla="*/ 2371460 w 7156079"/>
              <a:gd name="connsiteY3-224" fmla="*/ 708048 h 2761286"/>
              <a:gd name="connsiteX4-225" fmla="*/ 3577004 w 7156079"/>
              <a:gd name="connsiteY4-226" fmla="*/ 0 h 2761286"/>
              <a:gd name="connsiteX5-227" fmla="*/ 4758212 w 7156079"/>
              <a:gd name="connsiteY5-228" fmla="*/ 708750 h 2761286"/>
              <a:gd name="connsiteX6-229" fmla="*/ 4753348 w 7156079"/>
              <a:gd name="connsiteY6-230" fmla="*/ 2080350 h 2761286"/>
              <a:gd name="connsiteX7-231" fmla="*/ 5954714 w 7156079"/>
              <a:gd name="connsiteY7-232" fmla="*/ 2761286 h 2761286"/>
              <a:gd name="connsiteX8-233" fmla="*/ 7156079 w 7156079"/>
              <a:gd name="connsiteY8-234" fmla="*/ 2080350 h 2761286"/>
              <a:gd name="connsiteX0-235" fmla="*/ 0 w 7156079"/>
              <a:gd name="connsiteY0-236" fmla="*/ 2035152 h 2733472"/>
              <a:gd name="connsiteX1-237" fmla="*/ 1183297 w 7156079"/>
              <a:gd name="connsiteY1-238" fmla="*/ 1344488 h 2733472"/>
              <a:gd name="connsiteX2-239" fmla="*/ 2372162 w 7156079"/>
              <a:gd name="connsiteY2-240" fmla="*/ 2026110 h 2733472"/>
              <a:gd name="connsiteX3-241" fmla="*/ 2371460 w 7156079"/>
              <a:gd name="connsiteY3-242" fmla="*/ 680234 h 2733472"/>
              <a:gd name="connsiteX4-243" fmla="*/ 3573527 w 7156079"/>
              <a:gd name="connsiteY4-244" fmla="*/ 0 h 2733472"/>
              <a:gd name="connsiteX5-245" fmla="*/ 4758212 w 7156079"/>
              <a:gd name="connsiteY5-246" fmla="*/ 680936 h 2733472"/>
              <a:gd name="connsiteX6-247" fmla="*/ 4753348 w 7156079"/>
              <a:gd name="connsiteY6-248" fmla="*/ 2052536 h 2733472"/>
              <a:gd name="connsiteX7-249" fmla="*/ 5954714 w 7156079"/>
              <a:gd name="connsiteY7-250" fmla="*/ 2733472 h 2733472"/>
              <a:gd name="connsiteX8-251" fmla="*/ 7156079 w 7156079"/>
              <a:gd name="connsiteY8-252" fmla="*/ 2052536 h 2733472"/>
              <a:gd name="connsiteX0-253" fmla="*/ 0 w 7156079"/>
              <a:gd name="connsiteY0-254" fmla="*/ 2062967 h 2761287"/>
              <a:gd name="connsiteX1-255" fmla="*/ 1183297 w 7156079"/>
              <a:gd name="connsiteY1-256" fmla="*/ 1372303 h 2761287"/>
              <a:gd name="connsiteX2-257" fmla="*/ 2372162 w 7156079"/>
              <a:gd name="connsiteY2-258" fmla="*/ 2053925 h 2761287"/>
              <a:gd name="connsiteX3-259" fmla="*/ 2371460 w 7156079"/>
              <a:gd name="connsiteY3-260" fmla="*/ 708049 h 2761287"/>
              <a:gd name="connsiteX4-261" fmla="*/ 3563096 w 7156079"/>
              <a:gd name="connsiteY4-262" fmla="*/ 0 h 2761287"/>
              <a:gd name="connsiteX5-263" fmla="*/ 4758212 w 7156079"/>
              <a:gd name="connsiteY5-264" fmla="*/ 708751 h 2761287"/>
              <a:gd name="connsiteX6-265" fmla="*/ 4753348 w 7156079"/>
              <a:gd name="connsiteY6-266" fmla="*/ 2080351 h 2761287"/>
              <a:gd name="connsiteX7-267" fmla="*/ 5954714 w 7156079"/>
              <a:gd name="connsiteY7-268" fmla="*/ 2761287 h 2761287"/>
              <a:gd name="connsiteX8-269" fmla="*/ 7156079 w 7156079"/>
              <a:gd name="connsiteY8-270" fmla="*/ 2080351 h 2761287"/>
              <a:gd name="connsiteX0-271" fmla="*/ 0 w 7156079"/>
              <a:gd name="connsiteY0-272" fmla="*/ 2045583 h 2743903"/>
              <a:gd name="connsiteX1-273" fmla="*/ 1183297 w 7156079"/>
              <a:gd name="connsiteY1-274" fmla="*/ 1354919 h 2743903"/>
              <a:gd name="connsiteX2-275" fmla="*/ 2372162 w 7156079"/>
              <a:gd name="connsiteY2-276" fmla="*/ 2036541 h 2743903"/>
              <a:gd name="connsiteX3-277" fmla="*/ 2371460 w 7156079"/>
              <a:gd name="connsiteY3-278" fmla="*/ 690665 h 2743903"/>
              <a:gd name="connsiteX4-279" fmla="*/ 3563096 w 7156079"/>
              <a:gd name="connsiteY4-280" fmla="*/ 0 h 2743903"/>
              <a:gd name="connsiteX5-281" fmla="*/ 4758212 w 7156079"/>
              <a:gd name="connsiteY5-282" fmla="*/ 691367 h 2743903"/>
              <a:gd name="connsiteX6-283" fmla="*/ 4753348 w 7156079"/>
              <a:gd name="connsiteY6-284" fmla="*/ 2062967 h 2743903"/>
              <a:gd name="connsiteX7-285" fmla="*/ 5954714 w 7156079"/>
              <a:gd name="connsiteY7-286" fmla="*/ 2743903 h 2743903"/>
              <a:gd name="connsiteX8-287" fmla="*/ 7156079 w 7156079"/>
              <a:gd name="connsiteY8-288" fmla="*/ 2062967 h 2743903"/>
              <a:gd name="connsiteX0-289" fmla="*/ 0 w 7156079"/>
              <a:gd name="connsiteY0-290" fmla="*/ 2052537 h 2750857"/>
              <a:gd name="connsiteX1-291" fmla="*/ 1183297 w 7156079"/>
              <a:gd name="connsiteY1-292" fmla="*/ 1361873 h 2750857"/>
              <a:gd name="connsiteX2-293" fmla="*/ 2372162 w 7156079"/>
              <a:gd name="connsiteY2-294" fmla="*/ 2043495 h 2750857"/>
              <a:gd name="connsiteX3-295" fmla="*/ 2371460 w 7156079"/>
              <a:gd name="connsiteY3-296" fmla="*/ 697619 h 2750857"/>
              <a:gd name="connsiteX4-297" fmla="*/ 3559620 w 7156079"/>
              <a:gd name="connsiteY4-298" fmla="*/ 0 h 2750857"/>
              <a:gd name="connsiteX5-299" fmla="*/ 4758212 w 7156079"/>
              <a:gd name="connsiteY5-300" fmla="*/ 698321 h 2750857"/>
              <a:gd name="connsiteX6-301" fmla="*/ 4753348 w 7156079"/>
              <a:gd name="connsiteY6-302" fmla="*/ 2069921 h 2750857"/>
              <a:gd name="connsiteX7-303" fmla="*/ 5954714 w 7156079"/>
              <a:gd name="connsiteY7-304" fmla="*/ 2750857 h 2750857"/>
              <a:gd name="connsiteX8-305" fmla="*/ 7156079 w 7156079"/>
              <a:gd name="connsiteY8-306" fmla="*/ 2069921 h 2750857"/>
              <a:gd name="connsiteX0-307" fmla="*/ 0 w 7156079"/>
              <a:gd name="connsiteY0-308" fmla="*/ 2052537 h 2750857"/>
              <a:gd name="connsiteX1-309" fmla="*/ 1183297 w 7156079"/>
              <a:gd name="connsiteY1-310" fmla="*/ 1361873 h 2750857"/>
              <a:gd name="connsiteX2-311" fmla="*/ 2372162 w 7156079"/>
              <a:gd name="connsiteY2-312" fmla="*/ 2043495 h 2750857"/>
              <a:gd name="connsiteX3-313" fmla="*/ 2371460 w 7156079"/>
              <a:gd name="connsiteY3-314" fmla="*/ 697619 h 2750857"/>
              <a:gd name="connsiteX4-315" fmla="*/ 3559620 w 7156079"/>
              <a:gd name="connsiteY4-316" fmla="*/ 0 h 2750857"/>
              <a:gd name="connsiteX5-317" fmla="*/ 4751259 w 7156079"/>
              <a:gd name="connsiteY5-318" fmla="*/ 698321 h 2750857"/>
              <a:gd name="connsiteX6-319" fmla="*/ 4753348 w 7156079"/>
              <a:gd name="connsiteY6-320" fmla="*/ 2069921 h 2750857"/>
              <a:gd name="connsiteX7-321" fmla="*/ 5954714 w 7156079"/>
              <a:gd name="connsiteY7-322" fmla="*/ 2750857 h 2750857"/>
              <a:gd name="connsiteX8-323" fmla="*/ 7156079 w 7156079"/>
              <a:gd name="connsiteY8-324" fmla="*/ 2069921 h 2750857"/>
              <a:gd name="connsiteX0-325" fmla="*/ 0 w 7156079"/>
              <a:gd name="connsiteY0-326" fmla="*/ 2052537 h 2750857"/>
              <a:gd name="connsiteX1-327" fmla="*/ 1183297 w 7156079"/>
              <a:gd name="connsiteY1-328" fmla="*/ 1361873 h 2750857"/>
              <a:gd name="connsiteX2-329" fmla="*/ 2372162 w 7156079"/>
              <a:gd name="connsiteY2-330" fmla="*/ 2043495 h 2750857"/>
              <a:gd name="connsiteX3-331" fmla="*/ 2371460 w 7156079"/>
              <a:gd name="connsiteY3-332" fmla="*/ 697619 h 2750857"/>
              <a:gd name="connsiteX4-333" fmla="*/ 3559620 w 7156079"/>
              <a:gd name="connsiteY4-334" fmla="*/ 0 h 2750857"/>
              <a:gd name="connsiteX5-335" fmla="*/ 4751259 w 7156079"/>
              <a:gd name="connsiteY5-336" fmla="*/ 698321 h 2750857"/>
              <a:gd name="connsiteX6-337" fmla="*/ 4742917 w 7156079"/>
              <a:gd name="connsiteY6-338" fmla="*/ 2062967 h 2750857"/>
              <a:gd name="connsiteX7-339" fmla="*/ 5954714 w 7156079"/>
              <a:gd name="connsiteY7-340" fmla="*/ 2750857 h 2750857"/>
              <a:gd name="connsiteX8-341" fmla="*/ 7156079 w 7156079"/>
              <a:gd name="connsiteY8-342" fmla="*/ 2069921 h 2750857"/>
              <a:gd name="connsiteX0-343" fmla="*/ 0 w 7156079"/>
              <a:gd name="connsiteY0-344" fmla="*/ 2052537 h 2736950"/>
              <a:gd name="connsiteX1-345" fmla="*/ 1183297 w 7156079"/>
              <a:gd name="connsiteY1-346" fmla="*/ 1361873 h 2736950"/>
              <a:gd name="connsiteX2-347" fmla="*/ 2372162 w 7156079"/>
              <a:gd name="connsiteY2-348" fmla="*/ 2043495 h 2736950"/>
              <a:gd name="connsiteX3-349" fmla="*/ 2371460 w 7156079"/>
              <a:gd name="connsiteY3-350" fmla="*/ 697619 h 2736950"/>
              <a:gd name="connsiteX4-351" fmla="*/ 3559620 w 7156079"/>
              <a:gd name="connsiteY4-352" fmla="*/ 0 h 2736950"/>
              <a:gd name="connsiteX5-353" fmla="*/ 4751259 w 7156079"/>
              <a:gd name="connsiteY5-354" fmla="*/ 698321 h 2736950"/>
              <a:gd name="connsiteX6-355" fmla="*/ 4742917 w 7156079"/>
              <a:gd name="connsiteY6-356" fmla="*/ 2062967 h 2736950"/>
              <a:gd name="connsiteX7-357" fmla="*/ 5954714 w 7156079"/>
              <a:gd name="connsiteY7-358" fmla="*/ 2736950 h 2736950"/>
              <a:gd name="connsiteX8-359" fmla="*/ 7156079 w 7156079"/>
              <a:gd name="connsiteY8-360" fmla="*/ 2069921 h 2736950"/>
              <a:gd name="connsiteX0-361" fmla="*/ 0 w 7156079"/>
              <a:gd name="connsiteY0-362" fmla="*/ 2052537 h 2736950"/>
              <a:gd name="connsiteX1-363" fmla="*/ 1183297 w 7156079"/>
              <a:gd name="connsiteY1-364" fmla="*/ 1361873 h 2736950"/>
              <a:gd name="connsiteX2-365" fmla="*/ 2372162 w 7156079"/>
              <a:gd name="connsiteY2-366" fmla="*/ 2043495 h 2736950"/>
              <a:gd name="connsiteX3-367" fmla="*/ 2371460 w 7156079"/>
              <a:gd name="connsiteY3-368" fmla="*/ 697619 h 2736950"/>
              <a:gd name="connsiteX4-369" fmla="*/ 3559620 w 7156079"/>
              <a:gd name="connsiteY4-370" fmla="*/ 0 h 2736950"/>
              <a:gd name="connsiteX5-371" fmla="*/ 4751259 w 7156079"/>
              <a:gd name="connsiteY5-372" fmla="*/ 698321 h 2736950"/>
              <a:gd name="connsiteX6-373" fmla="*/ 4760301 w 7156079"/>
              <a:gd name="connsiteY6-374" fmla="*/ 2052536 h 2736950"/>
              <a:gd name="connsiteX7-375" fmla="*/ 5954714 w 7156079"/>
              <a:gd name="connsiteY7-376" fmla="*/ 2736950 h 2736950"/>
              <a:gd name="connsiteX8-377" fmla="*/ 7156079 w 7156079"/>
              <a:gd name="connsiteY8-378" fmla="*/ 2069921 h 2736950"/>
              <a:gd name="connsiteX0-379" fmla="*/ 0 w 7156079"/>
              <a:gd name="connsiteY0-380" fmla="*/ 2052537 h 2736950"/>
              <a:gd name="connsiteX1-381" fmla="*/ 1183297 w 7156079"/>
              <a:gd name="connsiteY1-382" fmla="*/ 1361873 h 2736950"/>
              <a:gd name="connsiteX2-383" fmla="*/ 2372162 w 7156079"/>
              <a:gd name="connsiteY2-384" fmla="*/ 2043495 h 2736950"/>
              <a:gd name="connsiteX3-385" fmla="*/ 2371460 w 7156079"/>
              <a:gd name="connsiteY3-386" fmla="*/ 697619 h 2736950"/>
              <a:gd name="connsiteX4-387" fmla="*/ 3559620 w 7156079"/>
              <a:gd name="connsiteY4-388" fmla="*/ 0 h 2736950"/>
              <a:gd name="connsiteX5-389" fmla="*/ 4751259 w 7156079"/>
              <a:gd name="connsiteY5-390" fmla="*/ 698321 h 2736950"/>
              <a:gd name="connsiteX6-391" fmla="*/ 4742917 w 7156079"/>
              <a:gd name="connsiteY6-392" fmla="*/ 2052536 h 2736950"/>
              <a:gd name="connsiteX7-393" fmla="*/ 5954714 w 7156079"/>
              <a:gd name="connsiteY7-394" fmla="*/ 2736950 h 2736950"/>
              <a:gd name="connsiteX8-395" fmla="*/ 7156079 w 7156079"/>
              <a:gd name="connsiteY8-396" fmla="*/ 2069921 h 2736950"/>
              <a:gd name="connsiteX0-397" fmla="*/ 0 w 7135218"/>
              <a:gd name="connsiteY0-398" fmla="*/ 2052537 h 2736950"/>
              <a:gd name="connsiteX1-399" fmla="*/ 1183297 w 7135218"/>
              <a:gd name="connsiteY1-400" fmla="*/ 1361873 h 2736950"/>
              <a:gd name="connsiteX2-401" fmla="*/ 2372162 w 7135218"/>
              <a:gd name="connsiteY2-402" fmla="*/ 2043495 h 2736950"/>
              <a:gd name="connsiteX3-403" fmla="*/ 2371460 w 7135218"/>
              <a:gd name="connsiteY3-404" fmla="*/ 697619 h 2736950"/>
              <a:gd name="connsiteX4-405" fmla="*/ 3559620 w 7135218"/>
              <a:gd name="connsiteY4-406" fmla="*/ 0 h 2736950"/>
              <a:gd name="connsiteX5-407" fmla="*/ 4751259 w 7135218"/>
              <a:gd name="connsiteY5-408" fmla="*/ 698321 h 2736950"/>
              <a:gd name="connsiteX6-409" fmla="*/ 4742917 w 7135218"/>
              <a:gd name="connsiteY6-410" fmla="*/ 2052536 h 2736950"/>
              <a:gd name="connsiteX7-411" fmla="*/ 5954714 w 7135218"/>
              <a:gd name="connsiteY7-412" fmla="*/ 2736950 h 2736950"/>
              <a:gd name="connsiteX8-413" fmla="*/ 7135218 w 7135218"/>
              <a:gd name="connsiteY8-414" fmla="*/ 2056014 h 2736950"/>
              <a:gd name="connsiteX0-415" fmla="*/ 0 w 7124788"/>
              <a:gd name="connsiteY0-416" fmla="*/ 2052537 h 2736950"/>
              <a:gd name="connsiteX1-417" fmla="*/ 1183297 w 7124788"/>
              <a:gd name="connsiteY1-418" fmla="*/ 1361873 h 2736950"/>
              <a:gd name="connsiteX2-419" fmla="*/ 2372162 w 7124788"/>
              <a:gd name="connsiteY2-420" fmla="*/ 2043495 h 2736950"/>
              <a:gd name="connsiteX3-421" fmla="*/ 2371460 w 7124788"/>
              <a:gd name="connsiteY3-422" fmla="*/ 697619 h 2736950"/>
              <a:gd name="connsiteX4-423" fmla="*/ 3559620 w 7124788"/>
              <a:gd name="connsiteY4-424" fmla="*/ 0 h 2736950"/>
              <a:gd name="connsiteX5-425" fmla="*/ 4751259 w 7124788"/>
              <a:gd name="connsiteY5-426" fmla="*/ 698321 h 2736950"/>
              <a:gd name="connsiteX6-427" fmla="*/ 4742917 w 7124788"/>
              <a:gd name="connsiteY6-428" fmla="*/ 2052536 h 2736950"/>
              <a:gd name="connsiteX7-429" fmla="*/ 5954714 w 7124788"/>
              <a:gd name="connsiteY7-430" fmla="*/ 2736950 h 2736950"/>
              <a:gd name="connsiteX8-431" fmla="*/ 7124788 w 7124788"/>
              <a:gd name="connsiteY8-432" fmla="*/ 2045583 h 2736950"/>
              <a:gd name="connsiteX0-433" fmla="*/ 0 w 7135218"/>
              <a:gd name="connsiteY0-434" fmla="*/ 2052537 h 2736950"/>
              <a:gd name="connsiteX1-435" fmla="*/ 1183297 w 7135218"/>
              <a:gd name="connsiteY1-436" fmla="*/ 1361873 h 2736950"/>
              <a:gd name="connsiteX2-437" fmla="*/ 2372162 w 7135218"/>
              <a:gd name="connsiteY2-438" fmla="*/ 2043495 h 2736950"/>
              <a:gd name="connsiteX3-439" fmla="*/ 2371460 w 7135218"/>
              <a:gd name="connsiteY3-440" fmla="*/ 697619 h 2736950"/>
              <a:gd name="connsiteX4-441" fmla="*/ 3559620 w 7135218"/>
              <a:gd name="connsiteY4-442" fmla="*/ 0 h 2736950"/>
              <a:gd name="connsiteX5-443" fmla="*/ 4751259 w 7135218"/>
              <a:gd name="connsiteY5-444" fmla="*/ 698321 h 2736950"/>
              <a:gd name="connsiteX6-445" fmla="*/ 4742917 w 7135218"/>
              <a:gd name="connsiteY6-446" fmla="*/ 2052536 h 2736950"/>
              <a:gd name="connsiteX7-447" fmla="*/ 5954714 w 7135218"/>
              <a:gd name="connsiteY7-448" fmla="*/ 2736950 h 2736950"/>
              <a:gd name="connsiteX8-449" fmla="*/ 7135218 w 7135218"/>
              <a:gd name="connsiteY8-450" fmla="*/ 2052536 h 2736950"/>
              <a:gd name="connsiteX0-451" fmla="*/ 0 w 7135218"/>
              <a:gd name="connsiteY0-452" fmla="*/ 2052537 h 2736950"/>
              <a:gd name="connsiteX1-453" fmla="*/ 1183297 w 7135218"/>
              <a:gd name="connsiteY1-454" fmla="*/ 1361873 h 2736950"/>
              <a:gd name="connsiteX2-455" fmla="*/ 2376070 w 7135218"/>
              <a:gd name="connsiteY2-456" fmla="*/ 2055218 h 2736950"/>
              <a:gd name="connsiteX3-457" fmla="*/ 2371460 w 7135218"/>
              <a:gd name="connsiteY3-458" fmla="*/ 697619 h 2736950"/>
              <a:gd name="connsiteX4-459" fmla="*/ 3559620 w 7135218"/>
              <a:gd name="connsiteY4-460" fmla="*/ 0 h 2736950"/>
              <a:gd name="connsiteX5-461" fmla="*/ 4751259 w 7135218"/>
              <a:gd name="connsiteY5-462" fmla="*/ 698321 h 2736950"/>
              <a:gd name="connsiteX6-463" fmla="*/ 4742917 w 7135218"/>
              <a:gd name="connsiteY6-464" fmla="*/ 2052536 h 2736950"/>
              <a:gd name="connsiteX7-465" fmla="*/ 5954714 w 7135218"/>
              <a:gd name="connsiteY7-466" fmla="*/ 2736950 h 2736950"/>
              <a:gd name="connsiteX8-467" fmla="*/ 7135218 w 7135218"/>
              <a:gd name="connsiteY8-468" fmla="*/ 2052536 h 2736950"/>
              <a:gd name="connsiteX0-469" fmla="*/ 0 w 7135218"/>
              <a:gd name="connsiteY0-470" fmla="*/ 2067128 h 2736950"/>
              <a:gd name="connsiteX1-471" fmla="*/ 1183297 w 7135218"/>
              <a:gd name="connsiteY1-472" fmla="*/ 1361873 h 2736950"/>
              <a:gd name="connsiteX2-473" fmla="*/ 2376070 w 7135218"/>
              <a:gd name="connsiteY2-474" fmla="*/ 2055218 h 2736950"/>
              <a:gd name="connsiteX3-475" fmla="*/ 2371460 w 7135218"/>
              <a:gd name="connsiteY3-476" fmla="*/ 697619 h 2736950"/>
              <a:gd name="connsiteX4-477" fmla="*/ 3559620 w 7135218"/>
              <a:gd name="connsiteY4-478" fmla="*/ 0 h 2736950"/>
              <a:gd name="connsiteX5-479" fmla="*/ 4751259 w 7135218"/>
              <a:gd name="connsiteY5-480" fmla="*/ 698321 h 2736950"/>
              <a:gd name="connsiteX6-481" fmla="*/ 4742917 w 7135218"/>
              <a:gd name="connsiteY6-482" fmla="*/ 2052536 h 2736950"/>
              <a:gd name="connsiteX7-483" fmla="*/ 5954714 w 7135218"/>
              <a:gd name="connsiteY7-484" fmla="*/ 2736950 h 2736950"/>
              <a:gd name="connsiteX8-485" fmla="*/ 7135218 w 7135218"/>
              <a:gd name="connsiteY8-486" fmla="*/ 2052536 h 2736950"/>
              <a:gd name="connsiteX0-487" fmla="*/ 0 w 7159537"/>
              <a:gd name="connsiteY0-488" fmla="*/ 2062264 h 2736950"/>
              <a:gd name="connsiteX1-489" fmla="*/ 1207616 w 7159537"/>
              <a:gd name="connsiteY1-490" fmla="*/ 1361873 h 2736950"/>
              <a:gd name="connsiteX2-491" fmla="*/ 2400389 w 7159537"/>
              <a:gd name="connsiteY2-492" fmla="*/ 2055218 h 2736950"/>
              <a:gd name="connsiteX3-493" fmla="*/ 2395779 w 7159537"/>
              <a:gd name="connsiteY3-494" fmla="*/ 697619 h 2736950"/>
              <a:gd name="connsiteX4-495" fmla="*/ 3583939 w 7159537"/>
              <a:gd name="connsiteY4-496" fmla="*/ 0 h 2736950"/>
              <a:gd name="connsiteX5-497" fmla="*/ 4775578 w 7159537"/>
              <a:gd name="connsiteY5-498" fmla="*/ 698321 h 2736950"/>
              <a:gd name="connsiteX6-499" fmla="*/ 4767236 w 7159537"/>
              <a:gd name="connsiteY6-500" fmla="*/ 2052536 h 2736950"/>
              <a:gd name="connsiteX7-501" fmla="*/ 5979033 w 7159537"/>
              <a:gd name="connsiteY7-502" fmla="*/ 2736950 h 2736950"/>
              <a:gd name="connsiteX8-503" fmla="*/ 7159537 w 7159537"/>
              <a:gd name="connsiteY8-504" fmla="*/ 2052536 h 2736950"/>
              <a:gd name="connsiteX0-505" fmla="*/ 0 w 7149809"/>
              <a:gd name="connsiteY0-506" fmla="*/ 2071991 h 2736950"/>
              <a:gd name="connsiteX1-507" fmla="*/ 1197888 w 7149809"/>
              <a:gd name="connsiteY1-508" fmla="*/ 1361873 h 2736950"/>
              <a:gd name="connsiteX2-509" fmla="*/ 2390661 w 7149809"/>
              <a:gd name="connsiteY2-510" fmla="*/ 2055218 h 2736950"/>
              <a:gd name="connsiteX3-511" fmla="*/ 2386051 w 7149809"/>
              <a:gd name="connsiteY3-512" fmla="*/ 697619 h 2736950"/>
              <a:gd name="connsiteX4-513" fmla="*/ 3574211 w 7149809"/>
              <a:gd name="connsiteY4-514" fmla="*/ 0 h 2736950"/>
              <a:gd name="connsiteX5-515" fmla="*/ 4765850 w 7149809"/>
              <a:gd name="connsiteY5-516" fmla="*/ 698321 h 2736950"/>
              <a:gd name="connsiteX6-517" fmla="*/ 4757508 w 7149809"/>
              <a:gd name="connsiteY6-518" fmla="*/ 2052536 h 2736950"/>
              <a:gd name="connsiteX7-519" fmla="*/ 5969305 w 7149809"/>
              <a:gd name="connsiteY7-520" fmla="*/ 2736950 h 2736950"/>
              <a:gd name="connsiteX8-521" fmla="*/ 7149809 w 7149809"/>
              <a:gd name="connsiteY8-522" fmla="*/ 2052536 h 2736950"/>
              <a:gd name="connsiteX0-523" fmla="*/ 0 w 7149809"/>
              <a:gd name="connsiteY0-524" fmla="*/ 2071991 h 2736950"/>
              <a:gd name="connsiteX1-525" fmla="*/ 1222208 w 7149809"/>
              <a:gd name="connsiteY1-526" fmla="*/ 1357009 h 2736950"/>
              <a:gd name="connsiteX2-527" fmla="*/ 2390661 w 7149809"/>
              <a:gd name="connsiteY2-528" fmla="*/ 2055218 h 2736950"/>
              <a:gd name="connsiteX3-529" fmla="*/ 2386051 w 7149809"/>
              <a:gd name="connsiteY3-530" fmla="*/ 697619 h 2736950"/>
              <a:gd name="connsiteX4-531" fmla="*/ 3574211 w 7149809"/>
              <a:gd name="connsiteY4-532" fmla="*/ 0 h 2736950"/>
              <a:gd name="connsiteX5-533" fmla="*/ 4765850 w 7149809"/>
              <a:gd name="connsiteY5-534" fmla="*/ 698321 h 2736950"/>
              <a:gd name="connsiteX6-535" fmla="*/ 4757508 w 7149809"/>
              <a:gd name="connsiteY6-536" fmla="*/ 2052536 h 2736950"/>
              <a:gd name="connsiteX7-537" fmla="*/ 5969305 w 7149809"/>
              <a:gd name="connsiteY7-538" fmla="*/ 2736950 h 2736950"/>
              <a:gd name="connsiteX8-539" fmla="*/ 7149809 w 7149809"/>
              <a:gd name="connsiteY8-540" fmla="*/ 2052536 h 2736950"/>
              <a:gd name="connsiteX0-541" fmla="*/ 0 w 7149809"/>
              <a:gd name="connsiteY0-542" fmla="*/ 2071991 h 2736950"/>
              <a:gd name="connsiteX1-543" fmla="*/ 1217344 w 7149809"/>
              <a:gd name="connsiteY1-544" fmla="*/ 1376465 h 2736950"/>
              <a:gd name="connsiteX2-545" fmla="*/ 2390661 w 7149809"/>
              <a:gd name="connsiteY2-546" fmla="*/ 2055218 h 2736950"/>
              <a:gd name="connsiteX3-547" fmla="*/ 2386051 w 7149809"/>
              <a:gd name="connsiteY3-548" fmla="*/ 697619 h 2736950"/>
              <a:gd name="connsiteX4-549" fmla="*/ 3574211 w 7149809"/>
              <a:gd name="connsiteY4-550" fmla="*/ 0 h 2736950"/>
              <a:gd name="connsiteX5-551" fmla="*/ 4765850 w 7149809"/>
              <a:gd name="connsiteY5-552" fmla="*/ 698321 h 2736950"/>
              <a:gd name="connsiteX6-553" fmla="*/ 4757508 w 7149809"/>
              <a:gd name="connsiteY6-554" fmla="*/ 2052536 h 2736950"/>
              <a:gd name="connsiteX7-555" fmla="*/ 5969305 w 7149809"/>
              <a:gd name="connsiteY7-556" fmla="*/ 2736950 h 2736950"/>
              <a:gd name="connsiteX8-557" fmla="*/ 7149809 w 7149809"/>
              <a:gd name="connsiteY8-558" fmla="*/ 2052536 h 2736950"/>
              <a:gd name="connsiteX0-559" fmla="*/ 0 w 7149809"/>
              <a:gd name="connsiteY0-560" fmla="*/ 2071991 h 2736950"/>
              <a:gd name="connsiteX1-561" fmla="*/ 1217344 w 7149809"/>
              <a:gd name="connsiteY1-562" fmla="*/ 1376465 h 2736950"/>
              <a:gd name="connsiteX2-563" fmla="*/ 2390661 w 7149809"/>
              <a:gd name="connsiteY2-564" fmla="*/ 2055218 h 2736950"/>
              <a:gd name="connsiteX3-565" fmla="*/ 2386051 w 7149809"/>
              <a:gd name="connsiteY3-566" fmla="*/ 697619 h 2736950"/>
              <a:gd name="connsiteX4-567" fmla="*/ 3574211 w 7149809"/>
              <a:gd name="connsiteY4-568" fmla="*/ 0 h 2736950"/>
              <a:gd name="connsiteX5-569" fmla="*/ 4765850 w 7149809"/>
              <a:gd name="connsiteY5-570" fmla="*/ 698321 h 2736950"/>
              <a:gd name="connsiteX6-571" fmla="*/ 4757508 w 7149809"/>
              <a:gd name="connsiteY6-572" fmla="*/ 2052536 h 2736950"/>
              <a:gd name="connsiteX7-573" fmla="*/ 5969305 w 7149809"/>
              <a:gd name="connsiteY7-574" fmla="*/ 2736950 h 2736950"/>
              <a:gd name="connsiteX8-575" fmla="*/ 7149809 w 7149809"/>
              <a:gd name="connsiteY8-576" fmla="*/ 2052536 h 2736950"/>
              <a:gd name="connsiteX0-577" fmla="*/ 0 w 7149809"/>
              <a:gd name="connsiteY0-578" fmla="*/ 2071991 h 2736950"/>
              <a:gd name="connsiteX1-579" fmla="*/ 1212480 w 7149809"/>
              <a:gd name="connsiteY1-580" fmla="*/ 1376465 h 2736950"/>
              <a:gd name="connsiteX2-581" fmla="*/ 2390661 w 7149809"/>
              <a:gd name="connsiteY2-582" fmla="*/ 2055218 h 2736950"/>
              <a:gd name="connsiteX3-583" fmla="*/ 2386051 w 7149809"/>
              <a:gd name="connsiteY3-584" fmla="*/ 697619 h 2736950"/>
              <a:gd name="connsiteX4-585" fmla="*/ 3574211 w 7149809"/>
              <a:gd name="connsiteY4-586" fmla="*/ 0 h 2736950"/>
              <a:gd name="connsiteX5-587" fmla="*/ 4765850 w 7149809"/>
              <a:gd name="connsiteY5-588" fmla="*/ 698321 h 2736950"/>
              <a:gd name="connsiteX6-589" fmla="*/ 4757508 w 7149809"/>
              <a:gd name="connsiteY6-590" fmla="*/ 2052536 h 2736950"/>
              <a:gd name="connsiteX7-591" fmla="*/ 5969305 w 7149809"/>
              <a:gd name="connsiteY7-592" fmla="*/ 2736950 h 2736950"/>
              <a:gd name="connsiteX8-593" fmla="*/ 7149809 w 7149809"/>
              <a:gd name="connsiteY8-594" fmla="*/ 2052536 h 2736950"/>
              <a:gd name="connsiteX0-595" fmla="*/ 0 w 7149809"/>
              <a:gd name="connsiteY0-596" fmla="*/ 2071991 h 2736950"/>
              <a:gd name="connsiteX1-597" fmla="*/ 1212480 w 7149809"/>
              <a:gd name="connsiteY1-598" fmla="*/ 1376465 h 2736950"/>
              <a:gd name="connsiteX2-599" fmla="*/ 2390661 w 7149809"/>
              <a:gd name="connsiteY2-600" fmla="*/ 2055218 h 2736950"/>
              <a:gd name="connsiteX3-601" fmla="*/ 2386051 w 7149809"/>
              <a:gd name="connsiteY3-602" fmla="*/ 697619 h 2736950"/>
              <a:gd name="connsiteX4-603" fmla="*/ 3574211 w 7149809"/>
              <a:gd name="connsiteY4-604" fmla="*/ 0 h 2736950"/>
              <a:gd name="connsiteX5-605" fmla="*/ 4765850 w 7149809"/>
              <a:gd name="connsiteY5-606" fmla="*/ 698321 h 2736950"/>
              <a:gd name="connsiteX6-607" fmla="*/ 4757508 w 7149809"/>
              <a:gd name="connsiteY6-608" fmla="*/ 2052536 h 2736950"/>
              <a:gd name="connsiteX7-609" fmla="*/ 5969305 w 7149809"/>
              <a:gd name="connsiteY7-610" fmla="*/ 2736950 h 2736950"/>
              <a:gd name="connsiteX8-611" fmla="*/ 7149809 w 7149809"/>
              <a:gd name="connsiteY8-612" fmla="*/ 2052536 h 2736950"/>
              <a:gd name="connsiteX0-613" fmla="*/ 0 w 7149809"/>
              <a:gd name="connsiteY0-614" fmla="*/ 2071991 h 2736950"/>
              <a:gd name="connsiteX1-615" fmla="*/ 1194700 w 7149809"/>
              <a:gd name="connsiteY1-616" fmla="*/ 1371385 h 2736950"/>
              <a:gd name="connsiteX2-617" fmla="*/ 2390661 w 7149809"/>
              <a:gd name="connsiteY2-618" fmla="*/ 2055218 h 2736950"/>
              <a:gd name="connsiteX3-619" fmla="*/ 2386051 w 7149809"/>
              <a:gd name="connsiteY3-620" fmla="*/ 697619 h 2736950"/>
              <a:gd name="connsiteX4-621" fmla="*/ 3574211 w 7149809"/>
              <a:gd name="connsiteY4-622" fmla="*/ 0 h 2736950"/>
              <a:gd name="connsiteX5-623" fmla="*/ 4765850 w 7149809"/>
              <a:gd name="connsiteY5-624" fmla="*/ 698321 h 2736950"/>
              <a:gd name="connsiteX6-625" fmla="*/ 4757508 w 7149809"/>
              <a:gd name="connsiteY6-626" fmla="*/ 2052536 h 2736950"/>
              <a:gd name="connsiteX7-627" fmla="*/ 5969305 w 7149809"/>
              <a:gd name="connsiteY7-628" fmla="*/ 2736950 h 2736950"/>
              <a:gd name="connsiteX8-629" fmla="*/ 7149809 w 7149809"/>
              <a:gd name="connsiteY8-630" fmla="*/ 2052536 h 2736950"/>
              <a:gd name="connsiteX0-631" fmla="*/ 0 w 7149809"/>
              <a:gd name="connsiteY0-632" fmla="*/ 2071991 h 2736950"/>
              <a:gd name="connsiteX1-633" fmla="*/ 1194700 w 7149809"/>
              <a:gd name="connsiteY1-634" fmla="*/ 1371385 h 2736950"/>
              <a:gd name="connsiteX2-635" fmla="*/ 2390661 w 7149809"/>
              <a:gd name="connsiteY2-636" fmla="*/ 2055218 h 2736950"/>
              <a:gd name="connsiteX3-637" fmla="*/ 2386051 w 7149809"/>
              <a:gd name="connsiteY3-638" fmla="*/ 697619 h 2736950"/>
              <a:gd name="connsiteX4-639" fmla="*/ 3574211 w 7149809"/>
              <a:gd name="connsiteY4-640" fmla="*/ 0 h 2736950"/>
              <a:gd name="connsiteX5-641" fmla="*/ 4765850 w 7149809"/>
              <a:gd name="connsiteY5-642" fmla="*/ 698321 h 2736950"/>
              <a:gd name="connsiteX6-643" fmla="*/ 4757508 w 7149809"/>
              <a:gd name="connsiteY6-644" fmla="*/ 2052536 h 2736950"/>
              <a:gd name="connsiteX7-645" fmla="*/ 5969305 w 7149809"/>
              <a:gd name="connsiteY7-646" fmla="*/ 2736950 h 2736950"/>
              <a:gd name="connsiteX8-647" fmla="*/ 7149809 w 7149809"/>
              <a:gd name="connsiteY8-648" fmla="*/ 2052536 h 2736950"/>
              <a:gd name="connsiteX0-649" fmla="*/ 0 w 7149809"/>
              <a:gd name="connsiteY0-650" fmla="*/ 2071991 h 2736950"/>
              <a:gd name="connsiteX1-651" fmla="*/ 1194700 w 7149809"/>
              <a:gd name="connsiteY1-652" fmla="*/ 1371385 h 2736950"/>
              <a:gd name="connsiteX2-653" fmla="*/ 2390661 w 7149809"/>
              <a:gd name="connsiteY2-654" fmla="*/ 2055218 h 2736950"/>
              <a:gd name="connsiteX3-655" fmla="*/ 2386051 w 7149809"/>
              <a:gd name="connsiteY3-656" fmla="*/ 697619 h 2736950"/>
              <a:gd name="connsiteX4-657" fmla="*/ 3574211 w 7149809"/>
              <a:gd name="connsiteY4-658" fmla="*/ 0 h 2736950"/>
              <a:gd name="connsiteX5-659" fmla="*/ 4765850 w 7149809"/>
              <a:gd name="connsiteY5-660" fmla="*/ 698321 h 2736950"/>
              <a:gd name="connsiteX6-661" fmla="*/ 4757508 w 7149809"/>
              <a:gd name="connsiteY6-662" fmla="*/ 2052536 h 2736950"/>
              <a:gd name="connsiteX7-663" fmla="*/ 5969305 w 7149809"/>
              <a:gd name="connsiteY7-664" fmla="*/ 2736950 h 2736950"/>
              <a:gd name="connsiteX8-665" fmla="*/ 7149809 w 7149809"/>
              <a:gd name="connsiteY8-666" fmla="*/ 2052536 h 2736950"/>
              <a:gd name="connsiteX0-667" fmla="*/ 0 w 7149809"/>
              <a:gd name="connsiteY0-668" fmla="*/ 2071991 h 2736950"/>
              <a:gd name="connsiteX1-669" fmla="*/ 1194700 w 7149809"/>
              <a:gd name="connsiteY1-670" fmla="*/ 1371385 h 2736950"/>
              <a:gd name="connsiteX2-671" fmla="*/ 2390661 w 7149809"/>
              <a:gd name="connsiteY2-672" fmla="*/ 2055218 h 2736950"/>
              <a:gd name="connsiteX3-673" fmla="*/ 2386051 w 7149809"/>
              <a:gd name="connsiteY3-674" fmla="*/ 697619 h 2736950"/>
              <a:gd name="connsiteX4-675" fmla="*/ 3574211 w 7149809"/>
              <a:gd name="connsiteY4-676" fmla="*/ 0 h 2736950"/>
              <a:gd name="connsiteX5-677" fmla="*/ 4765850 w 7149809"/>
              <a:gd name="connsiteY5-678" fmla="*/ 698321 h 2736950"/>
              <a:gd name="connsiteX6-679" fmla="*/ 4757508 w 7149809"/>
              <a:gd name="connsiteY6-680" fmla="*/ 2052536 h 2736950"/>
              <a:gd name="connsiteX7-681" fmla="*/ 5969305 w 7149809"/>
              <a:gd name="connsiteY7-682" fmla="*/ 2736950 h 2736950"/>
              <a:gd name="connsiteX8-683" fmla="*/ 7149809 w 7149809"/>
              <a:gd name="connsiteY8-684" fmla="*/ 2052536 h 2736950"/>
              <a:gd name="connsiteX0-685" fmla="*/ 0 w 7149809"/>
              <a:gd name="connsiteY0-686" fmla="*/ 2071991 h 2736950"/>
              <a:gd name="connsiteX1-687" fmla="*/ 1194700 w 7149809"/>
              <a:gd name="connsiteY1-688" fmla="*/ 1371385 h 2736950"/>
              <a:gd name="connsiteX2-689" fmla="*/ 2390661 w 7149809"/>
              <a:gd name="connsiteY2-690" fmla="*/ 2055218 h 2736950"/>
              <a:gd name="connsiteX3-691" fmla="*/ 2386051 w 7149809"/>
              <a:gd name="connsiteY3-692" fmla="*/ 697619 h 2736950"/>
              <a:gd name="connsiteX4-693" fmla="*/ 3574211 w 7149809"/>
              <a:gd name="connsiteY4-694" fmla="*/ 0 h 2736950"/>
              <a:gd name="connsiteX5-695" fmla="*/ 4765850 w 7149809"/>
              <a:gd name="connsiteY5-696" fmla="*/ 698321 h 2736950"/>
              <a:gd name="connsiteX6-697" fmla="*/ 4757508 w 7149809"/>
              <a:gd name="connsiteY6-698" fmla="*/ 2052536 h 2736950"/>
              <a:gd name="connsiteX7-699" fmla="*/ 5969305 w 7149809"/>
              <a:gd name="connsiteY7-700" fmla="*/ 2736950 h 2736950"/>
              <a:gd name="connsiteX8-701" fmla="*/ 7149809 w 7149809"/>
              <a:gd name="connsiteY8-702" fmla="*/ 2052536 h 2736950"/>
              <a:gd name="connsiteX0-703" fmla="*/ 0 w 7149809"/>
              <a:gd name="connsiteY0-704" fmla="*/ 2071991 h 2736950"/>
              <a:gd name="connsiteX1-705" fmla="*/ 1194700 w 7149809"/>
              <a:gd name="connsiteY1-706" fmla="*/ 1371385 h 2736950"/>
              <a:gd name="connsiteX2-707" fmla="*/ 2390661 w 7149809"/>
              <a:gd name="connsiteY2-708" fmla="*/ 2055218 h 2736950"/>
              <a:gd name="connsiteX3-709" fmla="*/ 2386051 w 7149809"/>
              <a:gd name="connsiteY3-710" fmla="*/ 697619 h 2736950"/>
              <a:gd name="connsiteX4-711" fmla="*/ 3574211 w 7149809"/>
              <a:gd name="connsiteY4-712" fmla="*/ 0 h 2736950"/>
              <a:gd name="connsiteX5-713" fmla="*/ 4758230 w 7149809"/>
              <a:gd name="connsiteY5-714" fmla="*/ 698321 h 2736950"/>
              <a:gd name="connsiteX6-715" fmla="*/ 4757508 w 7149809"/>
              <a:gd name="connsiteY6-716" fmla="*/ 2052536 h 2736950"/>
              <a:gd name="connsiteX7-717" fmla="*/ 5969305 w 7149809"/>
              <a:gd name="connsiteY7-718" fmla="*/ 2736950 h 2736950"/>
              <a:gd name="connsiteX8-719" fmla="*/ 7149809 w 7149809"/>
              <a:gd name="connsiteY8-720" fmla="*/ 2052536 h 2736950"/>
              <a:gd name="connsiteX0-721" fmla="*/ 0 w 7149809"/>
              <a:gd name="connsiteY0-722" fmla="*/ 2071991 h 2736950"/>
              <a:gd name="connsiteX1-723" fmla="*/ 1194700 w 7149809"/>
              <a:gd name="connsiteY1-724" fmla="*/ 1371385 h 2736950"/>
              <a:gd name="connsiteX2-725" fmla="*/ 2390661 w 7149809"/>
              <a:gd name="connsiteY2-726" fmla="*/ 2055218 h 2736950"/>
              <a:gd name="connsiteX3-727" fmla="*/ 2386051 w 7149809"/>
              <a:gd name="connsiteY3-728" fmla="*/ 697619 h 2736950"/>
              <a:gd name="connsiteX4-729" fmla="*/ 3574211 w 7149809"/>
              <a:gd name="connsiteY4-730" fmla="*/ 0 h 2736950"/>
              <a:gd name="connsiteX5-731" fmla="*/ 4770930 w 7149809"/>
              <a:gd name="connsiteY5-732" fmla="*/ 698321 h 2736950"/>
              <a:gd name="connsiteX6-733" fmla="*/ 4757508 w 7149809"/>
              <a:gd name="connsiteY6-734" fmla="*/ 2052536 h 2736950"/>
              <a:gd name="connsiteX7-735" fmla="*/ 5969305 w 7149809"/>
              <a:gd name="connsiteY7-736" fmla="*/ 2736950 h 2736950"/>
              <a:gd name="connsiteX8-737" fmla="*/ 7149809 w 7149809"/>
              <a:gd name="connsiteY8-738" fmla="*/ 2052536 h 2736950"/>
              <a:gd name="connsiteX0-739" fmla="*/ 0 w 7149809"/>
              <a:gd name="connsiteY0-740" fmla="*/ 2071991 h 2736950"/>
              <a:gd name="connsiteX1-741" fmla="*/ 1194700 w 7149809"/>
              <a:gd name="connsiteY1-742" fmla="*/ 1371385 h 2736950"/>
              <a:gd name="connsiteX2-743" fmla="*/ 2390661 w 7149809"/>
              <a:gd name="connsiteY2-744" fmla="*/ 2055218 h 2736950"/>
              <a:gd name="connsiteX3-745" fmla="*/ 2386051 w 7149809"/>
              <a:gd name="connsiteY3-746" fmla="*/ 697619 h 2736950"/>
              <a:gd name="connsiteX4-747" fmla="*/ 3574211 w 7149809"/>
              <a:gd name="connsiteY4-748" fmla="*/ 0 h 2736950"/>
              <a:gd name="connsiteX5-749" fmla="*/ 4770930 w 7149809"/>
              <a:gd name="connsiteY5-750" fmla="*/ 698321 h 2736950"/>
              <a:gd name="connsiteX6-751" fmla="*/ 4757508 w 7149809"/>
              <a:gd name="connsiteY6-752" fmla="*/ 2047456 h 2736950"/>
              <a:gd name="connsiteX7-753" fmla="*/ 5969305 w 7149809"/>
              <a:gd name="connsiteY7-754" fmla="*/ 2736950 h 2736950"/>
              <a:gd name="connsiteX8-755" fmla="*/ 7149809 w 7149809"/>
              <a:gd name="connsiteY8-756" fmla="*/ 2052536 h 2736950"/>
              <a:gd name="connsiteX0-757" fmla="*/ 0 w 7152768"/>
              <a:gd name="connsiteY0-758" fmla="*/ 2063113 h 2736950"/>
              <a:gd name="connsiteX1-759" fmla="*/ 1197659 w 7152768"/>
              <a:gd name="connsiteY1-760" fmla="*/ 1371385 h 2736950"/>
              <a:gd name="connsiteX2-761" fmla="*/ 2393620 w 7152768"/>
              <a:gd name="connsiteY2-762" fmla="*/ 2055218 h 2736950"/>
              <a:gd name="connsiteX3-763" fmla="*/ 2389010 w 7152768"/>
              <a:gd name="connsiteY3-764" fmla="*/ 697619 h 2736950"/>
              <a:gd name="connsiteX4-765" fmla="*/ 3577170 w 7152768"/>
              <a:gd name="connsiteY4-766" fmla="*/ 0 h 2736950"/>
              <a:gd name="connsiteX5-767" fmla="*/ 4773889 w 7152768"/>
              <a:gd name="connsiteY5-768" fmla="*/ 698321 h 2736950"/>
              <a:gd name="connsiteX6-769" fmla="*/ 4760467 w 7152768"/>
              <a:gd name="connsiteY6-770" fmla="*/ 2047456 h 2736950"/>
              <a:gd name="connsiteX7-771" fmla="*/ 5972264 w 7152768"/>
              <a:gd name="connsiteY7-772" fmla="*/ 2736950 h 2736950"/>
              <a:gd name="connsiteX8-773" fmla="*/ 7152768 w 7152768"/>
              <a:gd name="connsiteY8-774" fmla="*/ 2052536 h 27369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19" name="Picture Placeholder 2"/>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21" name="Picture Placeholder 2"/>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altLang="zh-CN"/>
              <a:t>Click icon to add picture</a:t>
            </a:r>
            <a:endParaRPr lang="en-US" dirty="0"/>
          </a:p>
        </p:txBody>
      </p:sp>
      <p:sp>
        <p:nvSpPr>
          <p:cNvPr id="5" name="Slide Number Placeholder 4"/>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1" fmla="*/ 2187388 w 4387647"/>
              <a:gd name="connsiteY0-2" fmla="*/ 0 h 5032188"/>
              <a:gd name="connsiteX1-3" fmla="*/ 4386729 w 4387647"/>
              <a:gd name="connsiteY1-4" fmla="*/ 1261035 h 5032188"/>
              <a:gd name="connsiteX2-5" fmla="*/ 4384192 w 4387647"/>
              <a:gd name="connsiteY2-6" fmla="*/ 3783287 h 5032188"/>
              <a:gd name="connsiteX3-7" fmla="*/ 2193365 w 4387647"/>
              <a:gd name="connsiteY3-8" fmla="*/ 5032188 h 5032188"/>
              <a:gd name="connsiteX4-9" fmla="*/ 0 w 4387647"/>
              <a:gd name="connsiteY4-10" fmla="*/ 3783106 h 5032188"/>
              <a:gd name="connsiteX5-11" fmla="*/ 0 w 4387647"/>
              <a:gd name="connsiteY5-12" fmla="*/ 1267012 h 5032188"/>
              <a:gd name="connsiteX6-13" fmla="*/ 2187388 w 4387647"/>
              <a:gd name="connsiteY6-14" fmla="*/ 0 h 503218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t>‹#›</a:t>
            </a:fld>
            <a:endParaRPr lang="en-US" altLang="zh-C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1" fmla="*/ 43961 w 732607"/>
              <a:gd name="connsiteY0-2" fmla="*/ 8793 h 1266696"/>
              <a:gd name="connsiteX1-3" fmla="*/ 372701 w 732607"/>
              <a:gd name="connsiteY1-4" fmla="*/ 0 h 1266696"/>
              <a:gd name="connsiteX2-5" fmla="*/ 732607 w 732607"/>
              <a:gd name="connsiteY2-6" fmla="*/ 633348 h 1266696"/>
              <a:gd name="connsiteX3-7" fmla="*/ 372701 w 732607"/>
              <a:gd name="connsiteY3-8" fmla="*/ 1266696 h 1266696"/>
              <a:gd name="connsiteX4-9" fmla="*/ 0 w 732607"/>
              <a:gd name="connsiteY4-10" fmla="*/ 1266696 h 1266696"/>
              <a:gd name="connsiteX5" fmla="*/ 43961 w 732607"/>
              <a:gd name="connsiteY5" fmla="*/ 8793 h 1266696"/>
              <a:gd name="connsiteX0-11" fmla="*/ 8792 w 697438"/>
              <a:gd name="connsiteY0-12" fmla="*/ 8793 h 1266696"/>
              <a:gd name="connsiteX1-13" fmla="*/ 337532 w 697438"/>
              <a:gd name="connsiteY1-14" fmla="*/ 0 h 1266696"/>
              <a:gd name="connsiteX2-15" fmla="*/ 697438 w 697438"/>
              <a:gd name="connsiteY2-16" fmla="*/ 633348 h 1266696"/>
              <a:gd name="connsiteX3-17" fmla="*/ 337532 w 697438"/>
              <a:gd name="connsiteY3-18" fmla="*/ 1266696 h 1266696"/>
              <a:gd name="connsiteX4-19" fmla="*/ 0 w 697438"/>
              <a:gd name="connsiteY4-20" fmla="*/ 1266696 h 1266696"/>
              <a:gd name="connsiteX5-21" fmla="*/ 8792 w 697438"/>
              <a:gd name="connsiteY5-22" fmla="*/ 8793 h 12666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t>‹#›</a:t>
            </a:fld>
            <a:endParaRPr lang="en-US" altLang="zh-CN" dirty="0"/>
          </a:p>
        </p:txBody>
      </p:sp>
      <p:sp>
        <p:nvSpPr>
          <p:cNvPr id="6"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4.png"/><Relationship Id="rId7"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jpeg"/><Relationship Id="rId9" Type="http://schemas.openxmlformats.org/officeDocument/2006/relationships/image" Target="../media/image9.jp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3.jpeg"/><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0" y="346531"/>
            <a:ext cx="7501811" cy="1168418"/>
          </a:xfrm>
        </p:spPr>
        <p:txBody>
          <a:bodyPr/>
          <a:lstStyle/>
          <a:p>
            <a:pPr algn="ctr"/>
            <a:r>
              <a:rPr lang="en-US" sz="3200" dirty="0" err="1">
                <a:solidFill>
                  <a:srgbClr val="98432A"/>
                </a:solidFill>
                <a:latin typeface="Times New Roman" panose="02020603050405020304" pitchFamily="18" charset="0"/>
                <a:cs typeface="Times New Roman" panose="02020603050405020304" pitchFamily="18" charset="0"/>
              </a:rPr>
              <a:t>Báo</a:t>
            </a:r>
            <a:r>
              <a:rPr lang="en-US" sz="3200" dirty="0">
                <a:solidFill>
                  <a:srgbClr val="98432A"/>
                </a:solidFill>
                <a:latin typeface="Times New Roman" panose="02020603050405020304" pitchFamily="18" charset="0"/>
                <a:cs typeface="Times New Roman" panose="02020603050405020304" pitchFamily="18" charset="0"/>
              </a:rPr>
              <a:t> </a:t>
            </a:r>
            <a:r>
              <a:rPr lang="en-US" sz="3200" dirty="0" err="1">
                <a:solidFill>
                  <a:srgbClr val="98432A"/>
                </a:solidFill>
                <a:latin typeface="Times New Roman" panose="02020603050405020304" pitchFamily="18" charset="0"/>
                <a:cs typeface="Times New Roman" panose="02020603050405020304" pitchFamily="18" charset="0"/>
              </a:rPr>
              <a:t>cáo</a:t>
            </a:r>
            <a:r>
              <a:rPr lang="en-US" sz="3200" dirty="0">
                <a:solidFill>
                  <a:srgbClr val="98432A"/>
                </a:solidFill>
                <a:latin typeface="Times New Roman" panose="02020603050405020304" pitchFamily="18" charset="0"/>
                <a:cs typeface="Times New Roman" panose="02020603050405020304" pitchFamily="18" charset="0"/>
              </a:rPr>
              <a:t> </a:t>
            </a:r>
            <a:r>
              <a:rPr lang="en-US" sz="3200" dirty="0" err="1">
                <a:solidFill>
                  <a:srgbClr val="98432A"/>
                </a:solidFill>
                <a:latin typeface="Times New Roman" panose="02020603050405020304" pitchFamily="18" charset="0"/>
                <a:cs typeface="Times New Roman" panose="02020603050405020304" pitchFamily="18" charset="0"/>
              </a:rPr>
              <a:t>môn</a:t>
            </a:r>
            <a:r>
              <a:rPr lang="en-US" sz="3200" dirty="0">
                <a:solidFill>
                  <a:srgbClr val="98432A"/>
                </a:solidFill>
                <a:latin typeface="Times New Roman" panose="02020603050405020304" pitchFamily="18" charset="0"/>
                <a:cs typeface="Times New Roman" panose="02020603050405020304" pitchFamily="18" charset="0"/>
              </a:rPr>
              <a:t> </a:t>
            </a:r>
            <a:r>
              <a:rPr lang="vi-VN" sz="3200" dirty="0">
                <a:solidFill>
                  <a:srgbClr val="98432A"/>
                </a:solidFill>
                <a:latin typeface="Times New Roman" panose="02020603050405020304" pitchFamily="18" charset="0"/>
                <a:cs typeface="Times New Roman" panose="02020603050405020304" pitchFamily="18" charset="0"/>
              </a:rPr>
              <a:t>học:</a:t>
            </a:r>
            <a:br>
              <a:rPr lang="en-US" sz="3200" dirty="0">
                <a:solidFill>
                  <a:srgbClr val="98432A"/>
                </a:solidFill>
                <a:latin typeface="Times New Roman" panose="02020603050405020304" pitchFamily="18" charset="0"/>
                <a:cs typeface="Times New Roman" panose="02020603050405020304" pitchFamily="18" charset="0"/>
              </a:rPr>
            </a:b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Dự</a:t>
            </a:r>
            <a:r>
              <a:rPr lang="en-US" sz="3200" i="0" u="none" strike="noStrike" dirty="0">
                <a:solidFill>
                  <a:srgbClr val="98432A"/>
                </a:solidFill>
                <a:effectLst/>
                <a:latin typeface="Times New Roman" panose="02020603050405020304" pitchFamily="18" charset="0"/>
                <a:cs typeface="Times New Roman" panose="02020603050405020304" pitchFamily="18" charset="0"/>
              </a:rPr>
              <a:t> </a:t>
            </a: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án</a:t>
            </a:r>
            <a:r>
              <a:rPr lang="en-US" sz="3200" i="0" u="none" strike="noStrike" dirty="0">
                <a:solidFill>
                  <a:srgbClr val="98432A"/>
                </a:solidFill>
                <a:effectLst/>
                <a:latin typeface="Times New Roman" panose="02020603050405020304" pitchFamily="18" charset="0"/>
                <a:cs typeface="Times New Roman" panose="02020603050405020304" pitchFamily="18" charset="0"/>
              </a:rPr>
              <a:t> </a:t>
            </a: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kỹ</a:t>
            </a:r>
            <a:r>
              <a:rPr lang="en-US" sz="3200" i="0" u="none" strike="noStrike" dirty="0">
                <a:solidFill>
                  <a:srgbClr val="98432A"/>
                </a:solidFill>
                <a:effectLst/>
                <a:latin typeface="Times New Roman" panose="02020603050405020304" pitchFamily="18" charset="0"/>
                <a:cs typeface="Times New Roman" panose="02020603050405020304" pitchFamily="18" charset="0"/>
              </a:rPr>
              <a:t> </a:t>
            </a: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thuật</a:t>
            </a:r>
            <a:r>
              <a:rPr lang="en-US" sz="3200" i="0" u="none" strike="noStrike" dirty="0">
                <a:solidFill>
                  <a:srgbClr val="98432A"/>
                </a:solidFill>
                <a:effectLst/>
                <a:latin typeface="Times New Roman" panose="02020603050405020304" pitchFamily="18" charset="0"/>
                <a:cs typeface="Times New Roman" panose="02020603050405020304" pitchFamily="18" charset="0"/>
              </a:rPr>
              <a:t> </a:t>
            </a: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nâng</a:t>
            </a:r>
            <a:r>
              <a:rPr lang="en-US" sz="3200" i="0" u="none" strike="noStrike" dirty="0">
                <a:solidFill>
                  <a:srgbClr val="98432A"/>
                </a:solidFill>
                <a:effectLst/>
                <a:latin typeface="Times New Roman" panose="02020603050405020304" pitchFamily="18" charset="0"/>
                <a:cs typeface="Times New Roman" panose="02020603050405020304" pitchFamily="18" charset="0"/>
              </a:rPr>
              <a:t> </a:t>
            </a: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cao</a:t>
            </a:r>
            <a:r>
              <a:rPr lang="en-US" sz="3200" i="0" u="none" strike="noStrike" dirty="0">
                <a:solidFill>
                  <a:srgbClr val="98432A"/>
                </a:solidFill>
                <a:effectLst/>
                <a:latin typeface="Times New Roman" panose="02020603050405020304" pitchFamily="18" charset="0"/>
                <a:cs typeface="Times New Roman" panose="02020603050405020304" pitchFamily="18" charset="0"/>
              </a:rPr>
              <a:t> (</a:t>
            </a: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Viễn</a:t>
            </a:r>
            <a:r>
              <a:rPr lang="en-US" sz="3200" i="0" u="none" strike="noStrike" dirty="0">
                <a:solidFill>
                  <a:srgbClr val="98432A"/>
                </a:solidFill>
                <a:effectLst/>
                <a:latin typeface="Times New Roman" panose="02020603050405020304" pitchFamily="18" charset="0"/>
                <a:cs typeface="Times New Roman" panose="02020603050405020304" pitchFamily="18" charset="0"/>
              </a:rPr>
              <a:t> </a:t>
            </a:r>
            <a:r>
              <a:rPr lang="en-US" sz="3200" i="0" u="none" strike="noStrike" dirty="0" err="1">
                <a:solidFill>
                  <a:srgbClr val="98432A"/>
                </a:solidFill>
                <a:effectLst/>
                <a:latin typeface="Times New Roman" panose="02020603050405020304" pitchFamily="18" charset="0"/>
                <a:cs typeface="Times New Roman" panose="02020603050405020304" pitchFamily="18" charset="0"/>
              </a:rPr>
              <a:t>thông</a:t>
            </a:r>
            <a:r>
              <a:rPr lang="en-US" sz="3200" i="0" u="none" strike="noStrike" dirty="0">
                <a:solidFill>
                  <a:srgbClr val="98432A"/>
                </a:solidFill>
                <a:effectLst/>
                <a:latin typeface="Times New Roman" panose="02020603050405020304" pitchFamily="18" charset="0"/>
                <a:cs typeface="Times New Roman" panose="02020603050405020304" pitchFamily="18" charset="0"/>
              </a:rPr>
              <a:t>)</a:t>
            </a:r>
            <a:endParaRPr lang="en-US" sz="3200" dirty="0">
              <a:solidFill>
                <a:srgbClr val="98432A"/>
              </a:solidFill>
              <a:latin typeface="Times New Roman" panose="02020603050405020304" pitchFamily="18" charset="0"/>
              <a:cs typeface="Times New Roman" panose="02020603050405020304" pitchFamily="18" charset="0"/>
            </a:endParaRPr>
          </a:p>
        </p:txBody>
      </p:sp>
      <p:sp>
        <p:nvSpPr>
          <p:cNvPr id="9" name="Text Placeholder 8"/>
          <p:cNvSpPr>
            <a:spLocks noGrp="1"/>
          </p:cNvSpPr>
          <p:nvPr>
            <p:ph type="body" sz="quarter" idx="28"/>
          </p:nvPr>
        </p:nvSpPr>
        <p:spPr>
          <a:xfrm>
            <a:off x="2426842" y="2244606"/>
            <a:ext cx="2648126" cy="360328"/>
          </a:xfrm>
        </p:spPr>
        <p:txBody>
          <a:bodyPr/>
          <a:lstStyle/>
          <a:p>
            <a:r>
              <a:rPr lang="en-US" sz="2800" b="1" dirty="0">
                <a:latin typeface="Times New Roman" panose="02020603050405020304" pitchFamily="18" charset="0"/>
                <a:cs typeface="Times New Roman" panose="02020603050405020304" pitchFamily="18" charset="0"/>
              </a:rPr>
              <a:t>NHÓM 4 </a:t>
            </a:r>
          </a:p>
        </p:txBody>
      </p:sp>
      <p:pic>
        <p:nvPicPr>
          <p:cNvPr id="30" name="Picture Placeholder 29" descr="People in an office discussing work over a laptop&#10;"/>
          <p:cNvPicPr>
            <a:picLocks noGrp="1" noChangeAspect="1"/>
          </p:cNvPicPr>
          <p:nvPr>
            <p:ph type="pic" sz="quarter" idx="47"/>
          </p:nvPr>
        </p:nvPicPr>
        <p:blipFill rotWithShape="1">
          <a:blip r:embed="rId3"/>
          <a:srcRect l="4" r="4"/>
          <a:stretch/>
        </p:blipFill>
        <p:spPr>
          <a:xfrm>
            <a:off x="6770549" y="838985"/>
            <a:ext cx="4405503" cy="5066346"/>
          </a:xfrm>
        </p:spPr>
      </p:pic>
      <p:sp>
        <p:nvSpPr>
          <p:cNvPr id="10" name="Freeform: Shape 11"/>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 name="TextBox 5"/>
          <p:cNvSpPr txBox="1"/>
          <p:nvPr/>
        </p:nvSpPr>
        <p:spPr>
          <a:xfrm>
            <a:off x="2194931" y="2988290"/>
            <a:ext cx="2063385" cy="400110"/>
          </a:xfrm>
          <a:prstGeom prst="rect">
            <a:avLst/>
          </a:prstGeom>
        </p:spPr>
        <p:txBody>
          <a:bodyPr wrap="none" rtlCol="0">
            <a:spAutoFit/>
          </a:bodyPr>
          <a:lstStyle/>
          <a:p>
            <a:pPr marL="0" indent="0" algn="ctr">
              <a:lnSpc>
                <a:spcPct val="100000"/>
              </a:lnSpc>
              <a:spcBef>
                <a:spcPts val="0"/>
              </a:spcBef>
              <a:buFontTx/>
              <a:buNone/>
            </a:pPr>
            <a:r>
              <a:rPr lang="en-US" sz="2000" dirty="0">
                <a:latin typeface="Times New Roman" panose="02020603050405020304" pitchFamily="18" charset="0"/>
                <a:ea typeface="Microsoft YaHei" panose="020B0503020204020204" charset="-122"/>
                <a:cs typeface="Times New Roman" panose="02020603050405020304" pitchFamily="18" charset="0"/>
              </a:rPr>
              <a:t>Thành </a:t>
            </a:r>
            <a:r>
              <a:rPr lang="en-US" sz="2000" dirty="0" err="1">
                <a:latin typeface="Times New Roman" panose="02020603050405020304" pitchFamily="18" charset="0"/>
                <a:ea typeface="Microsoft YaHei" panose="020B0503020204020204" charset="-122"/>
                <a:cs typeface="Times New Roman" panose="02020603050405020304" pitchFamily="18" charset="0"/>
              </a:rPr>
              <a:t>viên</a:t>
            </a:r>
            <a:r>
              <a:rPr lang="en-US" sz="2000" dirty="0">
                <a:latin typeface="Times New Roman" panose="02020603050405020304" pitchFamily="18" charset="0"/>
                <a:ea typeface="Microsoft YaHei" panose="020B0503020204020204" charset="-122"/>
                <a:cs typeface="Times New Roman" panose="02020603050405020304" pitchFamily="18" charset="0"/>
              </a:rPr>
              <a:t> </a:t>
            </a:r>
            <a:r>
              <a:rPr lang="en-US" sz="2000" dirty="0" err="1">
                <a:latin typeface="Times New Roman" panose="02020603050405020304" pitchFamily="18" charset="0"/>
                <a:ea typeface="Microsoft YaHei" panose="020B0503020204020204" charset="-122"/>
                <a:cs typeface="Times New Roman" panose="02020603050405020304" pitchFamily="18" charset="0"/>
              </a:rPr>
              <a:t>nhóm</a:t>
            </a:r>
            <a:r>
              <a:rPr lang="en-US" sz="2000" dirty="0">
                <a:latin typeface="Times New Roman" panose="02020603050405020304" pitchFamily="18" charset="0"/>
                <a:ea typeface="Microsoft YaHei" panose="020B0503020204020204" charset="-122"/>
                <a:cs typeface="Times New Roman" panose="02020603050405020304" pitchFamily="18" charset="0"/>
              </a:rPr>
              <a:t>:</a:t>
            </a:r>
          </a:p>
        </p:txBody>
      </p:sp>
      <p:sp>
        <p:nvSpPr>
          <p:cNvPr id="8" name="TextBox 7"/>
          <p:cNvSpPr txBox="1"/>
          <p:nvPr/>
        </p:nvSpPr>
        <p:spPr>
          <a:xfrm>
            <a:off x="1746083" y="3508463"/>
            <a:ext cx="5195710" cy="2246769"/>
          </a:xfrm>
          <a:prstGeom prst="rect">
            <a:avLst/>
          </a:prstGeom>
        </p:spPr>
        <p:txBody>
          <a:bodyPr wrap="square" rtlCol="0">
            <a:spAutoFit/>
          </a:bodyPr>
          <a:lstStyle/>
          <a:p>
            <a:r>
              <a:rPr lang="vi-VN" sz="2000" b="1" dirty="0">
                <a:latin typeface="Times New Roman" panose="02020603050405020304" pitchFamily="18" charset="0"/>
                <a:cs typeface="Times New Roman" panose="02020603050405020304" pitchFamily="18" charset="0"/>
              </a:rPr>
              <a:t>NGUYỄN VĂN NGÂN</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VŨ MẠNH TÂN</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ĐẶNG HOÀNG THỊNH</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ĐẶNG HUỲNH THANH DUY</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TRẦN QUỐC HIẾU</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VŨ HUY TÙNG</a:t>
            </a:r>
          </a:p>
          <a:p>
            <a:endParaRPr lang="en-US" sz="2000" b="1" dirty="0">
              <a:latin typeface="Times New Roman" panose="02020603050405020304" pitchFamily="18" charset="0"/>
              <a:ea typeface="Microsoft YaHei" panose="020B0503020204020204" charset="-122"/>
              <a:cs typeface="Times New Roman" panose="02020603050405020304" pitchFamily="18"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randombar(horizontal)">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circle(in)">
                                      <p:cBhvr>
                                        <p:cTn id="19" dur="2000"/>
                                        <p:tgtEl>
                                          <p:spTgt spid="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circle(in)">
                                      <p:cBhvr>
                                        <p:cTn id="24" dur="2000"/>
                                        <p:tgtEl>
                                          <p:spTgt spid="6">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randombar(horizontal)">
                                      <p:cBhvr>
                                        <p:cTn id="29" dur="500"/>
                                        <p:tgtEl>
                                          <p:spTgt spid="8">
                                            <p:txEl>
                                              <p:pRg st="0" end="0"/>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randombar(horizontal)">
                                      <p:cBhvr>
                                        <p:cTn id="32" dur="500"/>
                                        <p:tgtEl>
                                          <p:spTgt spid="8">
                                            <p:txEl>
                                              <p:pRg st="1" end="1"/>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animEffect transition="in" filter="randombar(horizontal)">
                                      <p:cBhvr>
                                        <p:cTn id="35" dur="500"/>
                                        <p:tgtEl>
                                          <p:spTgt spid="8">
                                            <p:txEl>
                                              <p:pRg st="2" end="2"/>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8">
                                            <p:txEl>
                                              <p:pRg st="3" end="3"/>
                                            </p:txEl>
                                          </p:spTgt>
                                        </p:tgtEl>
                                        <p:attrNameLst>
                                          <p:attrName>style.visibility</p:attrName>
                                        </p:attrNameLst>
                                      </p:cBhvr>
                                      <p:to>
                                        <p:strVal val="visible"/>
                                      </p:to>
                                    </p:set>
                                    <p:animEffect transition="in" filter="randombar(horizontal)">
                                      <p:cBhvr>
                                        <p:cTn id="38" dur="500"/>
                                        <p:tgtEl>
                                          <p:spTgt spid="8">
                                            <p:txEl>
                                              <p:pRg st="3" end="3"/>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8">
                                            <p:txEl>
                                              <p:pRg st="4" end="4"/>
                                            </p:txEl>
                                          </p:spTgt>
                                        </p:tgtEl>
                                        <p:attrNameLst>
                                          <p:attrName>style.visibility</p:attrName>
                                        </p:attrNameLst>
                                      </p:cBhvr>
                                      <p:to>
                                        <p:strVal val="visible"/>
                                      </p:to>
                                    </p:set>
                                    <p:animEffect transition="in" filter="randombar(horizontal)">
                                      <p:cBhvr>
                                        <p:cTn id="41" dur="500"/>
                                        <p:tgtEl>
                                          <p:spTgt spid="8">
                                            <p:txEl>
                                              <p:pRg st="4" end="4"/>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8">
                                            <p:txEl>
                                              <p:pRg st="5" end="5"/>
                                            </p:txEl>
                                          </p:spTgt>
                                        </p:tgtEl>
                                        <p:attrNameLst>
                                          <p:attrName>style.visibility</p:attrName>
                                        </p:attrNameLst>
                                      </p:cBhvr>
                                      <p:to>
                                        <p:strVal val="visible"/>
                                      </p:to>
                                    </p:set>
                                    <p:animEffect transition="in" filter="randombar(horizontal)">
                                      <p:cBhvr>
                                        <p:cTn id="44"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940" y="1915292"/>
            <a:ext cx="5660617" cy="2318778"/>
          </a:xfrm>
        </p:spPr>
        <p:txBody>
          <a:bodyPr anchor="ctr">
            <a:normAutofit fontScale="90000"/>
          </a:bodyPr>
          <a:lstStyle/>
          <a:p>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Phím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Biến</a:t>
            </a:r>
            <a:r>
              <a:rPr lang="en-US" dirty="0">
                <a:latin typeface="Times New Roman" panose="02020603050405020304" pitchFamily="18" charset="0"/>
                <a:cs typeface="Times New Roman" panose="02020603050405020304" pitchFamily="18" charset="0"/>
              </a:rPr>
              <a:t> Vân Tay</a:t>
            </a:r>
          </a:p>
        </p:txBody>
      </p:sp>
      <p:sp>
        <p:nvSpPr>
          <p:cNvPr id="10" name="Hexagon 9"/>
          <p:cNvSpPr/>
          <p:nvPr/>
        </p:nvSpPr>
        <p:spPr>
          <a:xfrm>
            <a:off x="-97631" y="2624219"/>
            <a:ext cx="1134018" cy="1022477"/>
          </a:xfrm>
          <a:prstGeom prst="hexagon">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xagon 11"/>
          <p:cNvSpPr/>
          <p:nvPr/>
        </p:nvSpPr>
        <p:spPr>
          <a:xfrm rot="13861316">
            <a:off x="910196" y="4161532"/>
            <a:ext cx="934719" cy="796895"/>
          </a:xfrm>
          <a:prstGeom prst="hexagon">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B0F0"/>
              </a:solidFill>
            </a:endParaRPr>
          </a:p>
        </p:txBody>
      </p:sp>
      <p:sp>
        <p:nvSpPr>
          <p:cNvPr id="3" name="Slide Number Placeholder 4"/>
          <p:cNvSpPr txBox="1"/>
          <p:nvPr/>
        </p:nvSpPr>
        <p:spPr>
          <a:xfrm>
            <a:off x="10786" y="730330"/>
            <a:ext cx="458592"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t>2</a:t>
            </a:fld>
            <a:endParaRPr lang="en-US" altLang="zh-CN" dirty="0"/>
          </a:p>
        </p:txBody>
      </p:sp>
      <p:sp>
        <p:nvSpPr>
          <p:cNvPr id="4" name="Hexagon 3"/>
          <p:cNvSpPr/>
          <p:nvPr/>
        </p:nvSpPr>
        <p:spPr>
          <a:xfrm>
            <a:off x="-385178" y="500331"/>
            <a:ext cx="1828801" cy="1740158"/>
          </a:xfrm>
          <a:prstGeom prst="hexagon">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exagon 4"/>
          <p:cNvSpPr/>
          <p:nvPr/>
        </p:nvSpPr>
        <p:spPr>
          <a:xfrm>
            <a:off x="-1313849" y="172371"/>
            <a:ext cx="1455691" cy="1198039"/>
          </a:xfrm>
          <a:prstGeom prst="hexag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Hexagon 6"/>
          <p:cNvSpPr/>
          <p:nvPr/>
        </p:nvSpPr>
        <p:spPr>
          <a:xfrm>
            <a:off x="-209265" y="-634182"/>
            <a:ext cx="1217882" cy="1047806"/>
          </a:xfrm>
          <a:prstGeom prst="hexag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4"/>
          <p:cNvSpPr txBox="1"/>
          <p:nvPr/>
        </p:nvSpPr>
        <p:spPr>
          <a:xfrm>
            <a:off x="11070344" y="5884545"/>
            <a:ext cx="458592"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7FEACEE-25B4-4A2D-B147-27296E36371D}" type="slidenum">
              <a:rPr lang="en-US" altLang="zh-CN" smtClean="0"/>
              <a:t>2</a:t>
            </a:fld>
            <a:endParaRPr lang="en-US" altLang="zh-CN" dirty="0"/>
          </a:p>
        </p:txBody>
      </p:sp>
      <p:sp>
        <p:nvSpPr>
          <p:cNvPr id="9" name="Hexagon 8"/>
          <p:cNvSpPr/>
          <p:nvPr/>
        </p:nvSpPr>
        <p:spPr>
          <a:xfrm>
            <a:off x="10674380" y="5654546"/>
            <a:ext cx="1828801" cy="1740158"/>
          </a:xfrm>
          <a:prstGeom prst="hexagon">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p:cNvSpPr/>
          <p:nvPr/>
        </p:nvSpPr>
        <p:spPr>
          <a:xfrm>
            <a:off x="9745709" y="5326586"/>
            <a:ext cx="1455691" cy="1198039"/>
          </a:xfrm>
          <a:prstGeom prst="hexag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exagon 12"/>
          <p:cNvSpPr/>
          <p:nvPr/>
        </p:nvSpPr>
        <p:spPr>
          <a:xfrm>
            <a:off x="10850293" y="4520033"/>
            <a:ext cx="1217882" cy="1047806"/>
          </a:xfrm>
          <a:prstGeom prst="hexag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4565" y="4520033"/>
            <a:ext cx="1621677" cy="1511939"/>
          </a:xfrm>
          <a:prstGeom prst="rect">
            <a:avLst/>
          </a:prstGeom>
          <a:ln>
            <a:noFill/>
          </a:ln>
          <a:effectLst>
            <a:softEdge rad="112500"/>
          </a:effectLst>
        </p:spPr>
      </p:pic>
      <p:pic>
        <p:nvPicPr>
          <p:cNvPr id="14" name="Picture Placeholder 13"/>
          <p:cNvPicPr>
            <a:picLocks noGrp="1" noChangeAspect="1"/>
          </p:cNvPicPr>
          <p:nvPr>
            <p:ph type="pic" sz="quarter" idx="47"/>
          </p:nvPr>
        </p:nvPicPr>
        <p:blipFill>
          <a:blip r:embed="rId3">
            <a:extLst>
              <a:ext uri="{28A0092B-C50C-407E-A947-70E740481C1C}">
                <a14:useLocalDpi xmlns:a14="http://schemas.microsoft.com/office/drawing/2010/main" val="0"/>
              </a:ext>
            </a:extLst>
          </a:blip>
          <a:srcRect l="24225" r="24225"/>
          <a:stretch>
            <a:fillRect/>
          </a:stretch>
        </p:blipFill>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arn(inVertic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85"/>
          <p:cNvSpPr>
            <a:spLocks noGrp="1"/>
          </p:cNvSpPr>
          <p:nvPr>
            <p:ph type="title"/>
          </p:nvPr>
        </p:nvSpPr>
        <p:spPr>
          <a:xfrm>
            <a:off x="719595" y="98230"/>
            <a:ext cx="10515600" cy="1325563"/>
          </a:xfrm>
        </p:spPr>
        <p:txBody>
          <a:bodyPr/>
          <a:lstStyle/>
          <a:p>
            <a:r>
              <a:rPr lang="vi-VN" dirty="0">
                <a:latin typeface="Times New Roman" panose="02020603050405020304" pitchFamily="18" charset="0"/>
                <a:cs typeface="Times New Roman" panose="02020603050405020304" pitchFamily="18" charset="0"/>
              </a:rPr>
              <a:t>Tính Năng Của Thiết B</a:t>
            </a:r>
            <a:r>
              <a:rPr lang="en-US" dirty="0">
                <a:latin typeface="Times New Roman" panose="02020603050405020304" pitchFamily="18" charset="0"/>
                <a:cs typeface="Times New Roman" panose="02020603050405020304" pitchFamily="18" charset="0"/>
              </a:rPr>
              <a:t>ị</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29" name="Text Placeholder"/>
          <p:cNvSpPr>
            <a:spLocks noGrp="1"/>
          </p:cNvSpPr>
          <p:nvPr>
            <p:ph type="body" sz="quarter" idx="27"/>
          </p:nvPr>
        </p:nvSpPr>
        <p:spPr>
          <a:xfrm>
            <a:off x="122191" y="3970136"/>
            <a:ext cx="1884719" cy="1498218"/>
          </a:xfrm>
        </p:spPr>
        <p:txBody>
          <a:bodyPr/>
          <a:lstStyle/>
          <a:p>
            <a:r>
              <a:rPr lang="en-US" altLang="zh-CN" sz="3200" dirty="0" err="1">
                <a:latin typeface="Times New Roman" panose="02020603050405020304" pitchFamily="18" charset="0"/>
                <a:cs typeface="Times New Roman" panose="02020603050405020304" pitchFamily="18" charset="0"/>
              </a:rPr>
              <a:t>Mở</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khoá</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bằng</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vân</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tay</a:t>
            </a:r>
            <a:r>
              <a:rPr lang="en-US" altLang="zh-CN" sz="3200" dirty="0">
                <a:latin typeface="Times New Roman" panose="02020603050405020304" pitchFamily="18" charset="0"/>
                <a:cs typeface="Times New Roman" panose="02020603050405020304" pitchFamily="18" charset="0"/>
              </a:rPr>
              <a:t>.</a:t>
            </a:r>
            <a:endParaRPr lang="zh-CN" altLang="en-US" sz="3200" dirty="0">
              <a:latin typeface="Times New Roman" panose="02020603050405020304" pitchFamily="18" charset="0"/>
              <a:cs typeface="Times New Roman" panose="02020603050405020304" pitchFamily="18" charset="0"/>
            </a:endParaRPr>
          </a:p>
        </p:txBody>
      </p:sp>
      <p:sp>
        <p:nvSpPr>
          <p:cNvPr id="37" name="Text Placeholder"/>
          <p:cNvSpPr>
            <a:spLocks noGrp="1"/>
          </p:cNvSpPr>
          <p:nvPr>
            <p:ph type="body" sz="quarter" idx="49"/>
          </p:nvPr>
        </p:nvSpPr>
        <p:spPr>
          <a:xfrm>
            <a:off x="1945556" y="3986013"/>
            <a:ext cx="1985156" cy="1504552"/>
          </a:xfrm>
        </p:spPr>
        <p:txBody>
          <a:bodyPr/>
          <a:lstStyle/>
          <a:p>
            <a:r>
              <a:rPr lang="en-US" altLang="zh-CN" sz="3200" dirty="0" err="1">
                <a:latin typeface="Times New Roman" panose="02020603050405020304" pitchFamily="18" charset="0"/>
                <a:cs typeface="Times New Roman" panose="02020603050405020304" pitchFamily="18" charset="0"/>
              </a:rPr>
              <a:t>Mở</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khoá</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bằng</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mật</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khẩu</a:t>
            </a:r>
            <a:endParaRPr lang="zh-CN" altLang="en-US" sz="3200" dirty="0">
              <a:latin typeface="Times New Roman" panose="02020603050405020304" pitchFamily="18" charset="0"/>
              <a:cs typeface="Times New Roman" panose="02020603050405020304" pitchFamily="18" charset="0"/>
            </a:endParaRPr>
          </a:p>
        </p:txBody>
      </p:sp>
      <p:sp>
        <p:nvSpPr>
          <p:cNvPr id="39" name="Text Placeholder"/>
          <p:cNvSpPr>
            <a:spLocks noGrp="1"/>
          </p:cNvSpPr>
          <p:nvPr>
            <p:ph type="body" sz="quarter" idx="51"/>
          </p:nvPr>
        </p:nvSpPr>
        <p:spPr>
          <a:xfrm>
            <a:off x="10097805" y="3986013"/>
            <a:ext cx="2192727" cy="1504552"/>
          </a:xfrm>
        </p:spPr>
        <p:txBody>
          <a:bodyPr/>
          <a:lstStyle/>
          <a:p>
            <a:r>
              <a:rPr lang="en-US" altLang="zh-CN" sz="3200" dirty="0" err="1">
                <a:latin typeface="Times New Roman" panose="02020603050405020304" pitchFamily="18" charset="0"/>
                <a:cs typeface="Times New Roman" panose="02020603050405020304" pitchFamily="18" charset="0"/>
              </a:rPr>
              <a:t>Hiển</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thị</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trạng</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thái</a:t>
            </a:r>
            <a:r>
              <a:rPr lang="en-US" altLang="zh-CN" sz="3200" dirty="0">
                <a:latin typeface="Times New Roman" panose="02020603050405020304" pitchFamily="18" charset="0"/>
                <a:cs typeface="Times New Roman" panose="02020603050405020304" pitchFamily="18" charset="0"/>
              </a:rPr>
              <a:t> qua </a:t>
            </a:r>
            <a:r>
              <a:rPr lang="en-US" altLang="zh-CN" sz="3200" dirty="0" err="1">
                <a:latin typeface="Times New Roman" panose="02020603050405020304" pitchFamily="18" charset="0"/>
                <a:cs typeface="Times New Roman" panose="02020603050405020304" pitchFamily="18" charset="0"/>
              </a:rPr>
              <a:t>màn</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hình</a:t>
            </a:r>
            <a:endParaRPr lang="zh-CN" altLang="en-US" sz="3200" dirty="0">
              <a:latin typeface="Times New Roman" panose="02020603050405020304" pitchFamily="18" charset="0"/>
              <a:cs typeface="Times New Roman" panose="02020603050405020304" pitchFamily="18" charset="0"/>
            </a:endParaRPr>
          </a:p>
        </p:txBody>
      </p:sp>
      <p:sp>
        <p:nvSpPr>
          <p:cNvPr id="41" name="Text Placeholder"/>
          <p:cNvSpPr>
            <a:spLocks noGrp="1"/>
          </p:cNvSpPr>
          <p:nvPr>
            <p:ph type="body" sz="quarter" idx="53"/>
          </p:nvPr>
        </p:nvSpPr>
        <p:spPr>
          <a:xfrm>
            <a:off x="6167186" y="4117133"/>
            <a:ext cx="1877575" cy="1643992"/>
          </a:xfrm>
        </p:spPr>
        <p:txBody>
          <a:bodyPr/>
          <a:lstStyle/>
          <a:p>
            <a:r>
              <a:rPr lang="en-US" altLang="zh-CN" sz="3200" dirty="0" err="1">
                <a:latin typeface="Times New Roman" panose="02020603050405020304" pitchFamily="18" charset="0"/>
                <a:cs typeface="Times New Roman" panose="02020603050405020304" pitchFamily="18" charset="0"/>
              </a:rPr>
              <a:t>Khoá</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cửa</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tự</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động</a:t>
            </a:r>
            <a:endParaRPr lang="zh-CN" altLang="en-US" sz="3200" dirty="0">
              <a:latin typeface="Times New Roman" panose="02020603050405020304" pitchFamily="18" charset="0"/>
              <a:cs typeface="Times New Roman" panose="02020603050405020304" pitchFamily="18" charset="0"/>
            </a:endParaRPr>
          </a:p>
        </p:txBody>
      </p:sp>
      <p:sp>
        <p:nvSpPr>
          <p:cNvPr id="43" name="Text Placeholder"/>
          <p:cNvSpPr>
            <a:spLocks noGrp="1"/>
          </p:cNvSpPr>
          <p:nvPr>
            <p:ph type="body" sz="quarter" idx="55"/>
          </p:nvPr>
        </p:nvSpPr>
        <p:spPr>
          <a:xfrm>
            <a:off x="8044761" y="4117133"/>
            <a:ext cx="1788732" cy="1204224"/>
          </a:xfrm>
        </p:spPr>
        <p:txBody>
          <a:bodyPr/>
          <a:lstStyle/>
          <a:p>
            <a:r>
              <a:rPr lang="en-US" altLang="zh-CN" sz="3200" dirty="0" err="1">
                <a:latin typeface="Times New Roman" panose="02020603050405020304" pitchFamily="18" charset="0"/>
                <a:cs typeface="Times New Roman" panose="02020603050405020304" pitchFamily="18" charset="0"/>
              </a:rPr>
              <a:t>Cảnh</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báo</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bảo</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mật</a:t>
            </a:r>
            <a:endParaRPr lang="zh-CN" altLang="en-US" sz="32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63"/>
          </p:nvPr>
        </p:nvSpPr>
        <p:spPr/>
        <p:txBody>
          <a:bodyPr/>
          <a:lstStyle/>
          <a:p>
            <a:fld id="{47FEACEE-25B4-4A2D-B147-27296E36371D}" type="slidenum">
              <a:rPr lang="en-US" altLang="zh-CN" smtClean="0"/>
              <a:t>3</a:t>
            </a:fld>
            <a:endParaRPr lang="en-US" altLang="zh-CN" dirty="0"/>
          </a:p>
        </p:txBody>
      </p:sp>
      <p:pic>
        <p:nvPicPr>
          <p:cNvPr id="52" name="Picture 51"/>
          <p:cNvPicPr>
            <a:picLocks noChangeAspect="1"/>
          </p:cNvPicPr>
          <p:nvPr/>
        </p:nvPicPr>
        <p:blipFill>
          <a:blip r:embed="rId3"/>
          <a:stretch>
            <a:fillRect/>
          </a:stretch>
        </p:blipFill>
        <p:spPr>
          <a:xfrm>
            <a:off x="-621846" y="-190177"/>
            <a:ext cx="1243692" cy="1060796"/>
          </a:xfrm>
          <a:prstGeom prst="rect">
            <a:avLst/>
          </a:prstGeom>
        </p:spPr>
      </p:pic>
      <p:pic>
        <p:nvPicPr>
          <p:cNvPr id="54" name="Picture 53"/>
          <p:cNvPicPr>
            <a:picLocks noChangeAspect="1"/>
          </p:cNvPicPr>
          <p:nvPr/>
        </p:nvPicPr>
        <p:blipFill>
          <a:blip r:embed="rId3"/>
          <a:stretch>
            <a:fillRect/>
          </a:stretch>
        </p:blipFill>
        <p:spPr>
          <a:xfrm>
            <a:off x="388594" y="-755744"/>
            <a:ext cx="1243692" cy="1060796"/>
          </a:xfrm>
          <a:prstGeom prst="rect">
            <a:avLst/>
          </a:prstGeom>
        </p:spPr>
      </p:pic>
      <p:sp>
        <p:nvSpPr>
          <p:cNvPr id="55" name="Hexagon 54"/>
          <p:cNvSpPr/>
          <p:nvPr/>
        </p:nvSpPr>
        <p:spPr>
          <a:xfrm>
            <a:off x="414404" y="369767"/>
            <a:ext cx="1217882" cy="1047806"/>
          </a:xfrm>
          <a:prstGeom prst="hexagon">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a:off x="-678643" y="6217920"/>
            <a:ext cx="1217882" cy="1047806"/>
          </a:xfrm>
          <a:prstGeom prst="hexago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a:off x="374341" y="5627986"/>
            <a:ext cx="1217882" cy="1047806"/>
          </a:xfrm>
          <a:prstGeom prst="hexagon">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a:off x="11108568" y="6008914"/>
            <a:ext cx="1441105" cy="1325563"/>
          </a:xfrm>
          <a:prstGeom prst="hexagon">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Placeholder 2"/>
          <p:cNvPicPr>
            <a:picLocks noGrp="1" noChangeAspect="1"/>
          </p:cNvPicPr>
          <p:nvPr>
            <p:ph type="pic" sz="quarter" idx="57"/>
          </p:nvPr>
        </p:nvPicPr>
        <p:blipFill>
          <a:blip r:embed="rId4">
            <a:extLst>
              <a:ext uri="{28A0092B-C50C-407E-A947-70E740481C1C}">
                <a14:useLocalDpi xmlns:a14="http://schemas.microsoft.com/office/drawing/2010/main" val="0"/>
              </a:ext>
            </a:extLst>
          </a:blip>
          <a:srcRect l="5948" r="5948"/>
          <a:stretch>
            <a:fillRect/>
          </a:stretch>
        </p:blipFill>
        <p:spPr>
          <a:xfrm>
            <a:off x="316" y="1998304"/>
            <a:ext cx="1621032" cy="1841551"/>
          </a:xfrm>
        </p:spPr>
      </p:pic>
      <p:pic>
        <p:nvPicPr>
          <p:cNvPr id="6" name="Picture Placeholder 5"/>
          <p:cNvPicPr>
            <a:picLocks noGrp="1" noChangeAspect="1"/>
          </p:cNvPicPr>
          <p:nvPr>
            <p:ph type="pic" sz="quarter" idx="58"/>
          </p:nvPr>
        </p:nvPicPr>
        <p:blipFill>
          <a:blip r:embed="rId5">
            <a:extLst>
              <a:ext uri="{28A0092B-C50C-407E-A947-70E740481C1C}">
                <a14:useLocalDpi xmlns:a14="http://schemas.microsoft.com/office/drawing/2010/main" val="0"/>
              </a:ext>
            </a:extLst>
          </a:blip>
          <a:srcRect l="8969" r="8969"/>
          <a:stretch>
            <a:fillRect/>
          </a:stretch>
        </p:blipFill>
        <p:spPr>
          <a:xfrm>
            <a:off x="2075260" y="2058243"/>
            <a:ext cx="1621032" cy="1841551"/>
          </a:xfrm>
        </p:spPr>
      </p:pic>
      <p:pic>
        <p:nvPicPr>
          <p:cNvPr id="9" name="Picture Placeholder 8"/>
          <p:cNvPicPr>
            <a:picLocks noGrp="1" noChangeAspect="1"/>
          </p:cNvPicPr>
          <p:nvPr>
            <p:ph type="pic" sz="quarter" idx="59"/>
          </p:nvPr>
        </p:nvPicPr>
        <p:blipFill>
          <a:blip r:embed="rId6">
            <a:extLst>
              <a:ext uri="{28A0092B-C50C-407E-A947-70E740481C1C}">
                <a14:useLocalDpi xmlns:a14="http://schemas.microsoft.com/office/drawing/2010/main" val="0"/>
              </a:ext>
            </a:extLst>
          </a:blip>
          <a:srcRect l="10799" r="10799"/>
          <a:stretch>
            <a:fillRect/>
          </a:stretch>
        </p:blipFill>
        <p:spPr>
          <a:xfrm>
            <a:off x="10298052" y="2046157"/>
            <a:ext cx="1621032" cy="1841551"/>
          </a:xfrm>
        </p:spPr>
      </p:pic>
      <p:pic>
        <p:nvPicPr>
          <p:cNvPr id="22" name="Picture Placeholder 21" descr="A white object with black wires&#10;&#10;AI-generated content may be incorrect.">
            <a:extLst>
              <a:ext uri="{FF2B5EF4-FFF2-40B4-BE49-F238E27FC236}">
                <a16:creationId xmlns:a16="http://schemas.microsoft.com/office/drawing/2014/main" id="{04674E83-600F-B1C4-859C-3599B5F1712D}"/>
              </a:ext>
            </a:extLst>
          </p:cNvPr>
          <p:cNvPicPr>
            <a:picLocks noGrp="1" noChangeAspect="1"/>
          </p:cNvPicPr>
          <p:nvPr>
            <p:ph type="pic" sz="quarter" idx="60"/>
          </p:nvPr>
        </p:nvPicPr>
        <p:blipFill>
          <a:blip r:embed="rId7"/>
          <a:srcRect t="1190" b="1190"/>
          <a:stretch>
            <a:fillRect/>
          </a:stretch>
        </p:blipFill>
        <p:spPr>
          <a:xfrm>
            <a:off x="6295458" y="2073439"/>
            <a:ext cx="1621032" cy="1841551"/>
          </a:xfrm>
        </p:spPr>
      </p:pic>
      <p:pic>
        <p:nvPicPr>
          <p:cNvPr id="20" name="Picture Placeholder 19">
            <a:extLst>
              <a:ext uri="{FF2B5EF4-FFF2-40B4-BE49-F238E27FC236}">
                <a16:creationId xmlns:a16="http://schemas.microsoft.com/office/drawing/2014/main" id="{9CAB5F42-BC92-04E2-1DB2-B478152A331E}"/>
              </a:ext>
            </a:extLst>
          </p:cNvPr>
          <p:cNvPicPr>
            <a:picLocks noGrp="1" noChangeAspect="1"/>
          </p:cNvPicPr>
          <p:nvPr>
            <p:ph type="pic" sz="quarter" idx="61"/>
          </p:nvPr>
        </p:nvPicPr>
        <p:blipFill>
          <a:blip r:embed="rId8"/>
          <a:srcRect l="22669" r="22669"/>
          <a:stretch/>
        </p:blipFill>
        <p:spPr>
          <a:xfrm>
            <a:off x="8267252" y="2050559"/>
            <a:ext cx="1706633" cy="1841551"/>
          </a:xfrm>
        </p:spPr>
      </p:pic>
      <p:pic>
        <p:nvPicPr>
          <p:cNvPr id="2" name="Picture Placeholder 19">
            <a:extLst>
              <a:ext uri="{FF2B5EF4-FFF2-40B4-BE49-F238E27FC236}">
                <a16:creationId xmlns:a16="http://schemas.microsoft.com/office/drawing/2014/main" id="{57352D00-6726-9BA6-3F58-305FB6881AE7}"/>
              </a:ext>
            </a:extLst>
          </p:cNvPr>
          <p:cNvPicPr>
            <a:picLocks noChangeAspect="1"/>
          </p:cNvPicPr>
          <p:nvPr/>
        </p:nvPicPr>
        <p:blipFill>
          <a:blip r:embed="rId9"/>
          <a:srcRect l="3663" r="3663"/>
          <a:stretch/>
        </p:blipFill>
        <p:spPr>
          <a:xfrm>
            <a:off x="4094233" y="2058243"/>
            <a:ext cx="1706633"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1" fmla="*/ 0 w 4816475"/>
              <a:gd name="connsiteY0-2" fmla="*/ 2407443 h 4814886"/>
              <a:gd name="connsiteX1-3" fmla="*/ 2199402 w 4816475"/>
              <a:gd name="connsiteY1-4" fmla="*/ 243840 h 4814886"/>
              <a:gd name="connsiteX2-5" fmla="*/ 3612753 w 4816475"/>
              <a:gd name="connsiteY2-6" fmla="*/ 0 h 4814886"/>
              <a:gd name="connsiteX3-7" fmla="*/ 4816475 w 4816475"/>
              <a:gd name="connsiteY3-8" fmla="*/ 2407443 h 4814886"/>
              <a:gd name="connsiteX4-9" fmla="*/ 3612753 w 4816475"/>
              <a:gd name="connsiteY4-10" fmla="*/ 4814886 h 4814886"/>
              <a:gd name="connsiteX5-11" fmla="*/ 1203722 w 4816475"/>
              <a:gd name="connsiteY5-12" fmla="*/ 4814886 h 4814886"/>
              <a:gd name="connsiteX6-13" fmla="*/ 0 w 4816475"/>
              <a:gd name="connsiteY6-14" fmla="*/ 2407443 h 4814886"/>
              <a:gd name="connsiteX0-15" fmla="*/ 0 w 4816475"/>
              <a:gd name="connsiteY0-16" fmla="*/ 2163603 h 4571046"/>
              <a:gd name="connsiteX1-17" fmla="*/ 2199402 w 4816475"/>
              <a:gd name="connsiteY1-18" fmla="*/ 0 h 4571046"/>
              <a:gd name="connsiteX2-19" fmla="*/ 4608433 w 4816475"/>
              <a:gd name="connsiteY2-20" fmla="*/ 721360 h 4571046"/>
              <a:gd name="connsiteX3-21" fmla="*/ 4816475 w 4816475"/>
              <a:gd name="connsiteY3-22" fmla="*/ 2163603 h 4571046"/>
              <a:gd name="connsiteX4-23" fmla="*/ 3612753 w 4816475"/>
              <a:gd name="connsiteY4-24" fmla="*/ 4571046 h 4571046"/>
              <a:gd name="connsiteX5-25" fmla="*/ 1203722 w 4816475"/>
              <a:gd name="connsiteY5-26" fmla="*/ 4571046 h 4571046"/>
              <a:gd name="connsiteX6-27" fmla="*/ 0 w 4816475"/>
              <a:gd name="connsiteY6-28" fmla="*/ 2163603 h 4571046"/>
              <a:gd name="connsiteX0-29" fmla="*/ 0 w 4958715"/>
              <a:gd name="connsiteY0-30" fmla="*/ 2163603 h 4571046"/>
              <a:gd name="connsiteX1-31" fmla="*/ 2199402 w 4958715"/>
              <a:gd name="connsiteY1-32" fmla="*/ 0 h 4571046"/>
              <a:gd name="connsiteX2-33" fmla="*/ 4608433 w 4958715"/>
              <a:gd name="connsiteY2-34" fmla="*/ 721360 h 4571046"/>
              <a:gd name="connsiteX3-35" fmla="*/ 4958715 w 4958715"/>
              <a:gd name="connsiteY3-36" fmla="*/ 2803683 h 4571046"/>
              <a:gd name="connsiteX4-37" fmla="*/ 3612753 w 4958715"/>
              <a:gd name="connsiteY4-38" fmla="*/ 4571046 h 4571046"/>
              <a:gd name="connsiteX5-39" fmla="*/ 1203722 w 4958715"/>
              <a:gd name="connsiteY5-40" fmla="*/ 4571046 h 4571046"/>
              <a:gd name="connsiteX6-41" fmla="*/ 0 w 4958715"/>
              <a:gd name="connsiteY6-42" fmla="*/ 2163603 h 4571046"/>
              <a:gd name="connsiteX0-43" fmla="*/ 0 w 4916043"/>
              <a:gd name="connsiteY0-44" fmla="*/ 1273587 h 4571046"/>
              <a:gd name="connsiteX1-45" fmla="*/ 2156730 w 4916043"/>
              <a:gd name="connsiteY1-46" fmla="*/ 0 h 4571046"/>
              <a:gd name="connsiteX2-47" fmla="*/ 4565761 w 4916043"/>
              <a:gd name="connsiteY2-48" fmla="*/ 721360 h 4571046"/>
              <a:gd name="connsiteX3-49" fmla="*/ 4916043 w 4916043"/>
              <a:gd name="connsiteY3-50" fmla="*/ 2803683 h 4571046"/>
              <a:gd name="connsiteX4-51" fmla="*/ 3570081 w 4916043"/>
              <a:gd name="connsiteY4-52" fmla="*/ 4571046 h 4571046"/>
              <a:gd name="connsiteX5-53" fmla="*/ 1161050 w 4916043"/>
              <a:gd name="connsiteY5-54" fmla="*/ 4571046 h 4571046"/>
              <a:gd name="connsiteX6-55" fmla="*/ 0 w 4916043"/>
              <a:gd name="connsiteY6-56" fmla="*/ 1273587 h 4571046"/>
              <a:gd name="connsiteX0-57" fmla="*/ 0 w 4916043"/>
              <a:gd name="connsiteY0-58" fmla="*/ 1273587 h 4571046"/>
              <a:gd name="connsiteX1-59" fmla="*/ 2156730 w 4916043"/>
              <a:gd name="connsiteY1-60" fmla="*/ 0 h 4571046"/>
              <a:gd name="connsiteX2-61" fmla="*/ 4565761 w 4916043"/>
              <a:gd name="connsiteY2-62" fmla="*/ 721360 h 4571046"/>
              <a:gd name="connsiteX3-63" fmla="*/ 4916043 w 4916043"/>
              <a:gd name="connsiteY3-64" fmla="*/ 2803683 h 4571046"/>
              <a:gd name="connsiteX4-65" fmla="*/ 3570081 w 4916043"/>
              <a:gd name="connsiteY4-66" fmla="*/ 4571046 h 4571046"/>
              <a:gd name="connsiteX5-67" fmla="*/ 21098 w 4916043"/>
              <a:gd name="connsiteY5-68" fmla="*/ 3815142 h 4571046"/>
              <a:gd name="connsiteX6-69" fmla="*/ 0 w 4916043"/>
              <a:gd name="connsiteY6-70" fmla="*/ 1273587 h 4571046"/>
              <a:gd name="connsiteX0-71" fmla="*/ 0 w 4916043"/>
              <a:gd name="connsiteY0-72" fmla="*/ 1273587 h 5066346"/>
              <a:gd name="connsiteX1-73" fmla="*/ 2156730 w 4916043"/>
              <a:gd name="connsiteY1-74" fmla="*/ 0 h 5066346"/>
              <a:gd name="connsiteX2-75" fmla="*/ 4565761 w 4916043"/>
              <a:gd name="connsiteY2-76" fmla="*/ 721360 h 5066346"/>
              <a:gd name="connsiteX3-77" fmla="*/ 4916043 w 4916043"/>
              <a:gd name="connsiteY3-78" fmla="*/ 2803683 h 5066346"/>
              <a:gd name="connsiteX4-79" fmla="*/ 2236581 w 4916043"/>
              <a:gd name="connsiteY4-80" fmla="*/ 5066346 h 5066346"/>
              <a:gd name="connsiteX5-81" fmla="*/ 21098 w 4916043"/>
              <a:gd name="connsiteY5-82" fmla="*/ 3815142 h 5066346"/>
              <a:gd name="connsiteX6-83" fmla="*/ 0 w 4916043"/>
              <a:gd name="connsiteY6-84" fmla="*/ 1273587 h 5066346"/>
              <a:gd name="connsiteX0-85" fmla="*/ 0 w 4565761"/>
              <a:gd name="connsiteY0-86" fmla="*/ 1273587 h 5066346"/>
              <a:gd name="connsiteX1-87" fmla="*/ 2156730 w 4565761"/>
              <a:gd name="connsiteY1-88" fmla="*/ 0 h 5066346"/>
              <a:gd name="connsiteX2-89" fmla="*/ 4565761 w 4565761"/>
              <a:gd name="connsiteY2-90" fmla="*/ 721360 h 5066346"/>
              <a:gd name="connsiteX3-91" fmla="*/ 4405503 w 4565761"/>
              <a:gd name="connsiteY3-92" fmla="*/ 3801903 h 5066346"/>
              <a:gd name="connsiteX4-93" fmla="*/ 2236581 w 4565761"/>
              <a:gd name="connsiteY4-94" fmla="*/ 5066346 h 5066346"/>
              <a:gd name="connsiteX5-95" fmla="*/ 21098 w 4565761"/>
              <a:gd name="connsiteY5-96" fmla="*/ 3815142 h 5066346"/>
              <a:gd name="connsiteX6-97" fmla="*/ 0 w 4565761"/>
              <a:gd name="connsiteY6-98" fmla="*/ 1273587 h 5066346"/>
              <a:gd name="connsiteX0-99" fmla="*/ 0 w 4405503"/>
              <a:gd name="connsiteY0-100" fmla="*/ 1273587 h 5066346"/>
              <a:gd name="connsiteX1-101" fmla="*/ 2156730 w 4405503"/>
              <a:gd name="connsiteY1-102" fmla="*/ 0 h 5066346"/>
              <a:gd name="connsiteX2-103" fmla="*/ 4398121 w 4405503"/>
              <a:gd name="connsiteY2-104" fmla="*/ 1277620 h 5066346"/>
              <a:gd name="connsiteX3-105" fmla="*/ 4405503 w 4405503"/>
              <a:gd name="connsiteY3-106" fmla="*/ 3801903 h 5066346"/>
              <a:gd name="connsiteX4-107" fmla="*/ 2236581 w 4405503"/>
              <a:gd name="connsiteY4-108" fmla="*/ 5066346 h 5066346"/>
              <a:gd name="connsiteX5-109" fmla="*/ 21098 w 4405503"/>
              <a:gd name="connsiteY5-110" fmla="*/ 3815142 h 5066346"/>
              <a:gd name="connsiteX6-111" fmla="*/ 0 w 4405503"/>
              <a:gd name="connsiteY6-112" fmla="*/ 1273587 h 50663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pic>
      <p:sp>
        <p:nvSpPr>
          <p:cNvPr id="7" name="TextBox 6">
            <a:extLst>
              <a:ext uri="{FF2B5EF4-FFF2-40B4-BE49-F238E27FC236}">
                <a16:creationId xmlns:a16="http://schemas.microsoft.com/office/drawing/2014/main" id="{A5C03E40-FE92-0E74-DDC7-D2EC6C5E9642}"/>
              </a:ext>
            </a:extLst>
          </p:cNvPr>
          <p:cNvSpPr txBox="1"/>
          <p:nvPr/>
        </p:nvSpPr>
        <p:spPr>
          <a:xfrm>
            <a:off x="4147240" y="3986013"/>
            <a:ext cx="1788732" cy="1569660"/>
          </a:xfrm>
          <a:prstGeom prst="rect">
            <a:avLst/>
          </a:prstGeom>
          <a:noFill/>
        </p:spPr>
        <p:txBody>
          <a:bodyPr wrap="square">
            <a:spAutoFit/>
          </a:bodyPr>
          <a:lstStyle/>
          <a:p>
            <a:r>
              <a:rPr lang="en-US" sz="3200" b="1" dirty="0" err="1">
                <a:latin typeface="Times New Roman" panose="02020603050405020304" pitchFamily="18" charset="0"/>
                <a:cs typeface="Times New Roman" panose="02020603050405020304" pitchFamily="18" charset="0"/>
              </a:rPr>
              <a:t>Mở</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khóa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cửa</a:t>
            </a:r>
            <a:r>
              <a:rPr lang="en-US" sz="3200" b="1" dirty="0">
                <a:latin typeface="Times New Roman" panose="02020603050405020304" pitchFamily="18" charset="0"/>
                <a:cs typeface="Times New Roman" panose="02020603050405020304" pitchFamily="18" charset="0"/>
              </a:rPr>
              <a:t> qua Web</a:t>
            </a:r>
            <a:endParaRPr lang="en-US" sz="3200" b="1"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5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9">
                                            <p:txEl>
                                              <p:pRg st="0" end="0"/>
                                            </p:txEl>
                                          </p:spTgt>
                                        </p:tgtEl>
                                        <p:attrNameLst>
                                          <p:attrName>style.visibility</p:attrName>
                                        </p:attrNameLst>
                                      </p:cBhvr>
                                      <p:to>
                                        <p:strVal val="visible"/>
                                      </p:to>
                                    </p:set>
                                    <p:animEffect transition="in" filter="circle(in)">
                                      <p:cBhvr>
                                        <p:cTn id="17" dur="2000"/>
                                        <p:tgtEl>
                                          <p:spTgt spid="2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7">
                                            <p:txEl>
                                              <p:pRg st="0" end="0"/>
                                            </p:txEl>
                                          </p:spTgt>
                                        </p:tgtEl>
                                        <p:attrNameLst>
                                          <p:attrName>style.visibility</p:attrName>
                                        </p:attrNameLst>
                                      </p:cBhvr>
                                      <p:to>
                                        <p:strVal val="visible"/>
                                      </p:to>
                                    </p:set>
                                    <p:animEffect transition="in" filter="circle(in)">
                                      <p:cBhvr>
                                        <p:cTn id="27" dur="2000"/>
                                        <p:tgtEl>
                                          <p:spTgt spid="3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9">
                                            <p:txEl>
                                              <p:pRg st="0" end="0"/>
                                            </p:txEl>
                                          </p:spTgt>
                                        </p:tgtEl>
                                        <p:attrNameLst>
                                          <p:attrName>style.visibility</p:attrName>
                                        </p:attrNameLst>
                                      </p:cBhvr>
                                      <p:to>
                                        <p:strVal val="visible"/>
                                      </p:to>
                                    </p:set>
                                    <p:animEffect transition="in" filter="circle(in)">
                                      <p:cBhvr>
                                        <p:cTn id="37" dur="2000"/>
                                        <p:tgtEl>
                                          <p:spTgt spid="3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nodeType="clickEffect">
                                  <p:stCondLst>
                                    <p:cond delay="0"/>
                                  </p:stCondLst>
                                  <p:childTnLst>
                                    <p:set>
                                      <p:cBhvr>
                                        <p:cTn id="41" dur="1" fill="hold">
                                          <p:stCondLst>
                                            <p:cond delay="0"/>
                                          </p:stCondLst>
                                        </p:cTn>
                                        <p:tgtEl>
                                          <p:spTgt spid="41">
                                            <p:txEl>
                                              <p:pRg st="0" end="0"/>
                                            </p:txEl>
                                          </p:spTgt>
                                        </p:tgtEl>
                                        <p:attrNameLst>
                                          <p:attrName>style.visibility</p:attrName>
                                        </p:attrNameLst>
                                      </p:cBhvr>
                                      <p:to>
                                        <p:strVal val="visible"/>
                                      </p:to>
                                    </p:set>
                                    <p:animEffect transition="in" filter="circle(in)">
                                      <p:cBhvr>
                                        <p:cTn id="42" dur="2000"/>
                                        <p:tgtEl>
                                          <p:spTgt spid="4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6" presetClass="entr" presetSubtype="16" fill="hold" nodeType="clickEffect">
                                  <p:stCondLst>
                                    <p:cond delay="0"/>
                                  </p:stCondLst>
                                  <p:childTnLst>
                                    <p:set>
                                      <p:cBhvr>
                                        <p:cTn id="46" dur="1" fill="hold">
                                          <p:stCondLst>
                                            <p:cond delay="0"/>
                                          </p:stCondLst>
                                        </p:cTn>
                                        <p:tgtEl>
                                          <p:spTgt spid="43">
                                            <p:txEl>
                                              <p:pRg st="0" end="0"/>
                                            </p:txEl>
                                          </p:spTgt>
                                        </p:tgtEl>
                                        <p:attrNameLst>
                                          <p:attrName>style.visibility</p:attrName>
                                        </p:attrNameLst>
                                      </p:cBhvr>
                                      <p:to>
                                        <p:strVal val="visible"/>
                                      </p:to>
                                    </p:set>
                                    <p:animEffect transition="in" filter="circle(in)">
                                      <p:cBhvr>
                                        <p:cTn id="47" dur="20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40"/>
          </p:nvPr>
        </p:nvSpPr>
        <p:spPr/>
        <p:txBody>
          <a:bodyPr/>
          <a:lstStyle/>
          <a:p>
            <a:fld id="{47FEACEE-25B4-4A2D-B147-27296E36371D}" type="slidenum">
              <a:rPr lang="en-US" altLang="zh-CN" smtClean="0"/>
              <a:t>4</a:t>
            </a:fld>
            <a:endParaRPr lang="en-US" altLang="zh-CN" dirty="0"/>
          </a:p>
        </p:txBody>
      </p:sp>
      <p:pic>
        <p:nvPicPr>
          <p:cNvPr id="3" name="Picture 2">
            <a:extLst>
              <a:ext uri="{FF2B5EF4-FFF2-40B4-BE49-F238E27FC236}">
                <a16:creationId xmlns:a16="http://schemas.microsoft.com/office/drawing/2014/main" id="{DADBD351-2E08-5897-FE37-1FAF1E3951C8}"/>
              </a:ext>
            </a:extLst>
          </p:cNvPr>
          <p:cNvPicPr>
            <a:picLocks noChangeAspect="1"/>
          </p:cNvPicPr>
          <p:nvPr/>
        </p:nvPicPr>
        <p:blipFill>
          <a:blip r:embed="rId2"/>
          <a:stretch>
            <a:fillRect/>
          </a:stretch>
        </p:blipFill>
        <p:spPr>
          <a:xfrm>
            <a:off x="0" y="0"/>
            <a:ext cx="7471613" cy="6858000"/>
          </a:xfrm>
          <a:prstGeom prst="rect">
            <a:avLst/>
          </a:prstGeom>
        </p:spPr>
      </p:pic>
      <p:sp>
        <p:nvSpPr>
          <p:cNvPr id="8" name="Title 7"/>
          <p:cNvSpPr>
            <a:spLocks noGrp="1"/>
          </p:cNvSpPr>
          <p:nvPr>
            <p:ph type="title"/>
          </p:nvPr>
        </p:nvSpPr>
        <p:spPr>
          <a:xfrm>
            <a:off x="8334876" y="2332653"/>
            <a:ext cx="2619263" cy="2668553"/>
          </a:xfrm>
        </p:spPr>
        <p:txBody>
          <a:bodyPr/>
          <a:lstStyle/>
          <a:p>
            <a:pPr algn="ctr"/>
            <a:r>
              <a:rPr lang="vi-VN" sz="4000" dirty="0">
                <a:latin typeface="Times New Roman" panose="02020603050405020304" pitchFamily="18" charset="0"/>
                <a:cs typeface="Times New Roman" panose="02020603050405020304" pitchFamily="18" charset="0"/>
              </a:rPr>
              <a:t>Sơ đồ </a:t>
            </a:r>
            <a:r>
              <a:rPr lang="en-US" sz="4000" dirty="0" err="1">
                <a:latin typeface="Times New Roman" panose="02020603050405020304" pitchFamily="18" charset="0"/>
                <a:cs typeface="Times New Roman" panose="02020603050405020304" pitchFamily="18" charset="0"/>
              </a:rPr>
              <a:t>khối</a:t>
            </a:r>
            <a:r>
              <a:rPr lang="vi-VN" sz="4000" dirty="0">
                <a:latin typeface="Times New Roman" panose="02020603050405020304" pitchFamily="18" charset="0"/>
                <a:cs typeface="Times New Roman" panose="02020603050405020304" pitchFamily="18" charset="0"/>
              </a:rPr>
              <a:t> hệ thống</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15"/>
          <p:cNvSpPr txBox="1"/>
          <p:nvPr/>
        </p:nvSpPr>
        <p:spPr>
          <a:xfrm>
            <a:off x="4064000" y="5741035"/>
            <a:ext cx="4064000" cy="914400"/>
          </a:xfrm>
          <a:prstGeom prst="rect">
            <a:avLst/>
          </a:prstGeom>
        </p:spPr>
        <p:txBody>
          <a:bodyPr wrap="square"/>
          <a:lstStyle/>
          <a:p>
            <a:pPr marL="0" indent="0" algn="ctr">
              <a:lnSpc>
                <a:spcPct val="100000"/>
              </a:lnSpc>
              <a:spcBef>
                <a:spcPts val="0"/>
              </a:spcBef>
              <a:buFontTx/>
              <a:buNone/>
            </a:pPr>
            <a:endParaRPr lang="en-US" sz="2000" dirty="0">
              <a:solidFill>
                <a:schemeClr val="tx1"/>
              </a:solidFill>
              <a:latin typeface="Times New Roman" panose="02020603050405020304" pitchFamily="18" charset="0"/>
              <a:ea typeface="Microsoft YaHei" panose="020B0503020204020204" charset="-122"/>
              <a:cs typeface="Times New Roman" panose="02020603050405020304" pitchFamily="18" charset="0"/>
            </a:endParaRPr>
          </a:p>
        </p:txBody>
      </p:sp>
      <p:pic>
        <p:nvPicPr>
          <p:cNvPr id="3" name="Picture 2" descr="A diagram of a computer program&#10;&#10;AI-generated content may be incorrect.">
            <a:extLst>
              <a:ext uri="{FF2B5EF4-FFF2-40B4-BE49-F238E27FC236}">
                <a16:creationId xmlns:a16="http://schemas.microsoft.com/office/drawing/2014/main" id="{F08A3A2C-11E6-31B5-5728-EB041E2E949C}"/>
              </a:ext>
            </a:extLst>
          </p:cNvPr>
          <p:cNvPicPr>
            <a:picLocks noChangeAspect="1"/>
          </p:cNvPicPr>
          <p:nvPr/>
        </p:nvPicPr>
        <p:blipFill>
          <a:blip r:embed="rId2"/>
          <a:stretch>
            <a:fillRect/>
          </a:stretch>
        </p:blipFill>
        <p:spPr>
          <a:xfrm>
            <a:off x="0" y="475861"/>
            <a:ext cx="12192000" cy="6382139"/>
          </a:xfrm>
          <a:prstGeom prst="rect">
            <a:avLst/>
          </a:prstGeom>
        </p:spPr>
      </p:pic>
      <p:sp>
        <p:nvSpPr>
          <p:cNvPr id="9" name="Title 8">
            <a:extLst>
              <a:ext uri="{FF2B5EF4-FFF2-40B4-BE49-F238E27FC236}">
                <a16:creationId xmlns:a16="http://schemas.microsoft.com/office/drawing/2014/main" id="{D884E7C2-BD1D-9934-6EB0-B59D805AFEFB}"/>
              </a:ext>
            </a:extLst>
          </p:cNvPr>
          <p:cNvSpPr>
            <a:spLocks noGrp="1"/>
          </p:cNvSpPr>
          <p:nvPr>
            <p:ph type="title"/>
          </p:nvPr>
        </p:nvSpPr>
        <p:spPr>
          <a:xfrm>
            <a:off x="577890" y="0"/>
            <a:ext cx="10515600" cy="550506"/>
          </a:xfrm>
        </p:spPr>
        <p:txBody>
          <a:bodyPr/>
          <a:lstStyle/>
          <a:p>
            <a:pPr algn="ctr"/>
            <a:r>
              <a:rPr lang="en-US" sz="4000" dirty="0" err="1">
                <a:latin typeface="Times New Roman" panose="02020603050405020304" pitchFamily="18" charset="0"/>
                <a:cs typeface="Times New Roman" panose="02020603050405020304" pitchFamily="18" charset="0"/>
              </a:rPr>
              <a:t>Sơ</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Đồ</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Nguyên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Lí</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p:cNvSpPr>
            <a:spLocks noGrp="1"/>
          </p:cNvSpPr>
          <p:nvPr>
            <p:ph type="title"/>
          </p:nvPr>
        </p:nvSpPr>
        <p:spPr>
          <a:xfrm>
            <a:off x="678569" y="-815008"/>
            <a:ext cx="10515600" cy="2295938"/>
          </a:xfrm>
        </p:spPr>
        <p:txBody>
          <a:bodyPr/>
          <a:lstStyle/>
          <a:p>
            <a:r>
              <a:rPr lang="vi-VN"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Mạch</a:t>
            </a:r>
            <a:r>
              <a:rPr lang="en-US" sz="4000" dirty="0">
                <a:latin typeface="Times New Roman" panose="02020603050405020304" pitchFamily="18" charset="0"/>
                <a:cs typeface="Times New Roman" panose="02020603050405020304" pitchFamily="18" charset="0"/>
              </a:rPr>
              <a:t> PCB</a:t>
            </a:r>
          </a:p>
        </p:txBody>
      </p:sp>
      <p:pic>
        <p:nvPicPr>
          <p:cNvPr id="3" name="Picture 2" descr="A computer chip with many components&#10;&#10;AI-generated content may be incorrect.">
            <a:extLst>
              <a:ext uri="{FF2B5EF4-FFF2-40B4-BE49-F238E27FC236}">
                <a16:creationId xmlns:a16="http://schemas.microsoft.com/office/drawing/2014/main" id="{1649B8EF-BF77-4E95-F95F-D8663197A9A5}"/>
              </a:ext>
            </a:extLst>
          </p:cNvPr>
          <p:cNvPicPr>
            <a:picLocks noChangeAspect="1"/>
          </p:cNvPicPr>
          <p:nvPr/>
        </p:nvPicPr>
        <p:blipFill>
          <a:blip r:embed="rId3"/>
          <a:stretch>
            <a:fillRect/>
          </a:stretch>
        </p:blipFill>
        <p:spPr>
          <a:xfrm>
            <a:off x="0" y="699796"/>
            <a:ext cx="6095999" cy="6001223"/>
          </a:xfrm>
          <a:prstGeom prst="rect">
            <a:avLst/>
          </a:prstGeom>
        </p:spPr>
      </p:pic>
      <p:pic>
        <p:nvPicPr>
          <p:cNvPr id="6" name="Picture 5" descr="A circuit board with blue wires&#10;&#10;AI-generated content may be incorrect.">
            <a:extLst>
              <a:ext uri="{FF2B5EF4-FFF2-40B4-BE49-F238E27FC236}">
                <a16:creationId xmlns:a16="http://schemas.microsoft.com/office/drawing/2014/main" id="{B2DB4CA1-CA99-C358-50B7-5ECD2C98CE21}"/>
              </a:ext>
            </a:extLst>
          </p:cNvPr>
          <p:cNvPicPr>
            <a:picLocks noChangeAspect="1"/>
          </p:cNvPicPr>
          <p:nvPr/>
        </p:nvPicPr>
        <p:blipFill>
          <a:blip r:embed="rId4"/>
          <a:stretch>
            <a:fillRect/>
          </a:stretch>
        </p:blipFill>
        <p:spPr>
          <a:xfrm>
            <a:off x="6096000" y="699796"/>
            <a:ext cx="6096000" cy="6001223"/>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heel(1)">
                                      <p:cBhvr>
                                        <p:cTn id="7"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0F58-6E3B-DE45-62F0-A18898FCB6FE}"/>
              </a:ext>
            </a:extLst>
          </p:cNvPr>
          <p:cNvSpPr>
            <a:spLocks noGrp="1"/>
          </p:cNvSpPr>
          <p:nvPr>
            <p:ph type="title"/>
          </p:nvPr>
        </p:nvSpPr>
        <p:spPr>
          <a:xfrm>
            <a:off x="2563688" y="-74644"/>
            <a:ext cx="6444384" cy="636104"/>
          </a:xfrm>
        </p:spPr>
        <p:txBody>
          <a:bodyPr/>
          <a:lstStyle/>
          <a:p>
            <a:pPr algn="ctr"/>
            <a:r>
              <a:rPr lang="en-US" sz="4000" dirty="0" err="1">
                <a:latin typeface="Times New Roman" panose="02020603050405020304" pitchFamily="18" charset="0"/>
                <a:cs typeface="Times New Roman" panose="02020603050405020304" pitchFamily="18" charset="0"/>
              </a:rPr>
              <a:t>Mạch</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hoàn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thiện</a:t>
            </a:r>
            <a:endParaRPr lang="en-US" sz="4000" dirty="0">
              <a:latin typeface="Times New Roman" panose="02020603050405020304" pitchFamily="18" charset="0"/>
              <a:cs typeface="Times New Roman" panose="02020603050405020304" pitchFamily="18" charset="0"/>
            </a:endParaRPr>
          </a:p>
        </p:txBody>
      </p:sp>
      <p:pic>
        <p:nvPicPr>
          <p:cNvPr id="6" name="Picture 5" descr="A group of electronic components&#10;&#10;AI-generated content may be incorrect.">
            <a:extLst>
              <a:ext uri="{FF2B5EF4-FFF2-40B4-BE49-F238E27FC236}">
                <a16:creationId xmlns:a16="http://schemas.microsoft.com/office/drawing/2014/main" id="{0689402A-4493-FB98-0D5E-C4E8B807F0EA}"/>
              </a:ext>
            </a:extLst>
          </p:cNvPr>
          <p:cNvPicPr>
            <a:picLocks noChangeAspect="1"/>
          </p:cNvPicPr>
          <p:nvPr/>
        </p:nvPicPr>
        <p:blipFill>
          <a:blip r:embed="rId2"/>
          <a:stretch>
            <a:fillRect/>
          </a:stretch>
        </p:blipFill>
        <p:spPr>
          <a:xfrm>
            <a:off x="1502228" y="561460"/>
            <a:ext cx="9252857" cy="6156580"/>
          </a:xfrm>
          <a:prstGeom prst="rect">
            <a:avLst/>
          </a:prstGeom>
        </p:spPr>
      </p:pic>
    </p:spTree>
    <p:extLst>
      <p:ext uri="{BB962C8B-B14F-4D97-AF65-F5344CB8AC3E}">
        <p14:creationId xmlns:p14="http://schemas.microsoft.com/office/powerpoint/2010/main" val="2923668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15"/>
          <p:cNvSpPr txBox="1"/>
          <p:nvPr/>
        </p:nvSpPr>
        <p:spPr>
          <a:xfrm>
            <a:off x="3656497" y="0"/>
            <a:ext cx="4064000" cy="914400"/>
          </a:xfrm>
          <a:prstGeom prst="rect">
            <a:avLst/>
          </a:prstGeom>
        </p:spPr>
        <p:txBody>
          <a:bodyPr wrap="square"/>
          <a:lstStyle/>
          <a:p>
            <a:pPr marL="0" indent="0" algn="ctr">
              <a:lnSpc>
                <a:spcPct val="100000"/>
              </a:lnSpc>
              <a:spcBef>
                <a:spcPts val="0"/>
              </a:spcBef>
              <a:buFontTx/>
              <a:buNone/>
            </a:pPr>
            <a:r>
              <a:rPr lang="en-US" sz="4000" b="1" dirty="0">
                <a:solidFill>
                  <a:schemeClr val="tx1"/>
                </a:solidFill>
                <a:latin typeface="Times New Roman" panose="02020603050405020304" pitchFamily="18" charset="0"/>
                <a:ea typeface="Microsoft YaHei" panose="020B0503020204020204" charset="-122"/>
                <a:cs typeface="Times New Roman" panose="02020603050405020304" pitchFamily="18" charset="0"/>
              </a:rPr>
              <a:t>Web </a:t>
            </a:r>
            <a:r>
              <a:rPr lang="en-US" sz="4000" b="1" dirty="0" err="1">
                <a:solidFill>
                  <a:schemeClr val="tx1"/>
                </a:solidFill>
                <a:latin typeface="Times New Roman" panose="02020603050405020304" pitchFamily="18" charset="0"/>
                <a:ea typeface="Microsoft YaHei" panose="020B0503020204020204" charset="-122"/>
                <a:cs typeface="Times New Roman" panose="02020603050405020304" pitchFamily="18" charset="0"/>
              </a:rPr>
              <a:t>Mở</a:t>
            </a:r>
            <a:r>
              <a:rPr lang="en-US" sz="4000" b="1" dirty="0">
                <a:solidFill>
                  <a:schemeClr val="tx1"/>
                </a:solidFill>
                <a:latin typeface="Times New Roman" panose="02020603050405020304" pitchFamily="18" charset="0"/>
                <a:ea typeface="Microsoft YaHei" panose="020B0503020204020204" charset="-122"/>
                <a:cs typeface="Times New Roman" panose="02020603050405020304" pitchFamily="18" charset="0"/>
              </a:rPr>
              <a:t> </a:t>
            </a:r>
            <a:r>
              <a:rPr lang="en-US" sz="4000" b="1" dirty="0" err="1">
                <a:solidFill>
                  <a:schemeClr val="tx1"/>
                </a:solidFill>
                <a:latin typeface="Times New Roman" panose="02020603050405020304" pitchFamily="18" charset="0"/>
                <a:ea typeface="Microsoft YaHei" panose="020B0503020204020204" charset="-122"/>
                <a:cs typeface="Times New Roman" panose="02020603050405020304" pitchFamily="18" charset="0"/>
              </a:rPr>
              <a:t>Cửa</a:t>
            </a:r>
            <a:r>
              <a:rPr lang="en-US" sz="4000" b="1" dirty="0">
                <a:solidFill>
                  <a:schemeClr val="tx1"/>
                </a:solidFill>
                <a:latin typeface="Times New Roman" panose="02020603050405020304" pitchFamily="18" charset="0"/>
                <a:ea typeface="Microsoft YaHei" panose="020B0503020204020204" charset="-122"/>
                <a:cs typeface="Times New Roman" panose="02020603050405020304" pitchFamily="18" charset="0"/>
              </a:rPr>
              <a:t> </a:t>
            </a:r>
          </a:p>
        </p:txBody>
      </p:sp>
      <p:pic>
        <p:nvPicPr>
          <p:cNvPr id="6" name="Picture 5" descr="A screenshot of a computer&#10;&#10;AI-generated content may be incorrect.">
            <a:extLst>
              <a:ext uri="{FF2B5EF4-FFF2-40B4-BE49-F238E27FC236}">
                <a16:creationId xmlns:a16="http://schemas.microsoft.com/office/drawing/2014/main" id="{763AD212-6158-C9E7-8F04-D03CF984CBED}"/>
              </a:ext>
            </a:extLst>
          </p:cNvPr>
          <p:cNvPicPr>
            <a:picLocks noChangeAspect="1"/>
          </p:cNvPicPr>
          <p:nvPr/>
        </p:nvPicPr>
        <p:blipFill>
          <a:blip r:embed="rId2"/>
          <a:stretch>
            <a:fillRect/>
          </a:stretch>
        </p:blipFill>
        <p:spPr>
          <a:xfrm>
            <a:off x="0" y="675861"/>
            <a:ext cx="12192000" cy="6182139"/>
          </a:xfrm>
          <a:prstGeom prst="rect">
            <a:avLst/>
          </a:prstGeom>
        </p:spPr>
      </p:pic>
    </p:spTree>
    <p:extLst>
      <p:ext uri="{BB962C8B-B14F-4D97-AF65-F5344CB8AC3E}">
        <p14:creationId xmlns:p14="http://schemas.microsoft.com/office/powerpoint/2010/main" val="2901569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18B12-6468-364C-FA4D-CD74E94DB934}"/>
              </a:ext>
            </a:extLst>
          </p:cNvPr>
          <p:cNvSpPr>
            <a:spLocks noGrp="1"/>
          </p:cNvSpPr>
          <p:nvPr>
            <p:ph type="title"/>
          </p:nvPr>
        </p:nvSpPr>
        <p:spPr>
          <a:xfrm>
            <a:off x="3509913" y="1"/>
            <a:ext cx="5276278" cy="447260"/>
          </a:xfrm>
        </p:spPr>
        <p:txBody>
          <a:bodyPr/>
          <a:lstStyle/>
          <a:p>
            <a:pPr algn="ctr"/>
            <a:r>
              <a:rPr lang="en-US" sz="4000" dirty="0">
                <a:latin typeface="Times New Roman" panose="02020603050405020304" pitchFamily="18" charset="0"/>
                <a:cs typeface="Times New Roman" panose="02020603050405020304" pitchFamily="18" charset="0"/>
              </a:rPr>
              <a:t>Free RTOS</a:t>
            </a:r>
          </a:p>
        </p:txBody>
      </p:sp>
      <p:sp>
        <p:nvSpPr>
          <p:cNvPr id="9" name="Title 1">
            <a:extLst>
              <a:ext uri="{FF2B5EF4-FFF2-40B4-BE49-F238E27FC236}">
                <a16:creationId xmlns:a16="http://schemas.microsoft.com/office/drawing/2014/main" id="{970BC436-4539-1B53-EC26-6B8302376054}"/>
              </a:ext>
            </a:extLst>
          </p:cNvPr>
          <p:cNvSpPr txBox="1">
            <a:spLocks/>
          </p:cNvSpPr>
          <p:nvPr/>
        </p:nvSpPr>
        <p:spPr>
          <a:xfrm>
            <a:off x="253192" y="2454966"/>
            <a:ext cx="11938808" cy="303143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tổng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quát</a:t>
            </a:r>
            <a:r>
              <a:rPr lang="en-US" sz="2400" dirty="0">
                <a:latin typeface="Times New Roman" panose="02020603050405020304" pitchFamily="18" charset="0"/>
                <a:cs typeface="Times New Roman" panose="02020603050405020304" pitchFamily="18" charset="0"/>
              </a:rPr>
              <a:t>:</a:t>
            </a:r>
            <a:endParaRPr lang="en-US" sz="2400" b="0" dirty="0">
              <a:latin typeface="Times New Roman" panose="02020603050405020304" pitchFamily="18" charset="0"/>
              <a:cs typeface="Times New Roman" panose="02020603050405020304" pitchFamily="18" charset="0"/>
            </a:endParaRPr>
          </a:p>
          <a:p>
            <a:pPr>
              <a:lnSpc>
                <a:spcPct val="150000"/>
              </a:lnSpc>
            </a:pPr>
            <a:r>
              <a:rPr lang="vi-VN" sz="2400" b="0" dirty="0">
                <a:latin typeface="Times New Roman" panose="02020603050405020304" pitchFamily="18" charset="0"/>
                <a:cs typeface="Times New Roman" panose="02020603050405020304" pitchFamily="18" charset="0"/>
              </a:rPr>
              <a:t>FreeRTOS là viết tắt của Free Real-Time Operating System (Hệ điều hành thời gian thực miễn phí), là một hạt nhân (Kernel) hệ điều hành thời gian thực mã nguồn mở được thiết kế dành riêng cho hệ thống nhúng và vi điều khiển (MCU).</a:t>
            </a:r>
            <a:endParaRPr lang="en-US" sz="2400" b="0" dirty="0">
              <a:latin typeface="Times New Roman" panose="02020603050405020304" pitchFamily="18" charset="0"/>
              <a:cs typeface="Times New Roman" panose="02020603050405020304" pitchFamily="18" charset="0"/>
            </a:endParaRPr>
          </a:p>
          <a:p>
            <a:pPr>
              <a:lnSpc>
                <a:spcPct val="150000"/>
              </a:lnSpc>
            </a:pPr>
            <a:r>
              <a:rPr lang="vi-VN" sz="2400" b="0" dirty="0">
                <a:latin typeface="Times New Roman" panose="02020603050405020304" pitchFamily="18" charset="0"/>
                <a:cs typeface="Times New Roman" panose="02020603050405020304" pitchFamily="18" charset="0"/>
              </a:rPr>
              <a:t>Mục đích chính của FreeRTOS là cung cấp một môi trường giúp lập trình viên quản lý nhiều tác vụ đồng thời trên các thiết bị có tài nguyên hạn chế (như vi điều khiển STM32, ESP32, ARM Cortex-M, v.v.), đảm bảo các tác vụ quan trọng được xử lý trong một khoảng thời gian xác định.</a:t>
            </a:r>
            <a:endParaRPr lang="en-US" sz="2400" b="0" dirty="0">
              <a:latin typeface="Times New Roman" panose="02020603050405020304" pitchFamily="18" charset="0"/>
              <a:cs typeface="Times New Roman" panose="02020603050405020304" pitchFamily="18" charset="0"/>
            </a:endParaRPr>
          </a:p>
          <a:p>
            <a:pPr>
              <a:lnSpc>
                <a:spcPct val="100000"/>
              </a:lnSpc>
            </a:pPr>
            <a:endParaRPr lang="en-US" sz="2400" b="0" dirty="0">
              <a:latin typeface="Times New Roman" panose="02020603050405020304" pitchFamily="18" charset="0"/>
              <a:cs typeface="Times New Roman" panose="02020603050405020304" pitchFamily="18" charset="0"/>
            </a:endParaRPr>
          </a:p>
          <a:p>
            <a:pPr>
              <a:lnSpc>
                <a:spcPct val="100000"/>
              </a:lnSpc>
            </a:pPr>
            <a:r>
              <a:rPr lang="en-US" sz="2400" dirty="0">
                <a:latin typeface="Times New Roman" panose="02020603050405020304" pitchFamily="18" charset="0"/>
                <a:cs typeface="Times New Roman" panose="02020603050405020304" pitchFamily="18" charset="0"/>
              </a:rPr>
              <a:t>Vai </a:t>
            </a:r>
            <a:r>
              <a:rPr lang="en-US" sz="2400" dirty="0" err="1">
                <a:latin typeface="Times New Roman" panose="02020603050405020304" pitchFamily="18" charset="0"/>
                <a:cs typeface="Times New Roman" panose="02020603050405020304" pitchFamily="18" charset="0"/>
              </a:rPr>
              <a:t>trò</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FreeRTOS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a:t>
            </a:r>
          </a:p>
          <a:p>
            <a:pPr marL="342900" lvl="0" indent="-342900">
              <a:lnSpc>
                <a:spcPct val="100000"/>
              </a:lnSpc>
              <a:spcBef>
                <a:spcPts val="960"/>
              </a:spcBef>
              <a:spcAft>
                <a:spcPts val="800"/>
              </a:spcAft>
              <a:buFont typeface="Times New Roman" panose="02020603050405020304" pitchFamily="18" charset="0"/>
              <a:buChar char="-"/>
              <a:tabLst>
                <a:tab pos="750570" algn="l"/>
              </a:tabLst>
            </a:pPr>
            <a:r>
              <a:rPr lang="en-US" sz="2400" b="0" dirty="0" err="1">
                <a:latin typeface="Times New Roman" panose="02020603050405020304" pitchFamily="18" charset="0"/>
                <a:ea typeface="Times New Roman" panose="02020603050405020304" pitchFamily="18" charset="0"/>
              </a:rPr>
              <a:t>Các</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chức</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năng</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như</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nhập</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mật</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khẩu</a:t>
            </a:r>
            <a:r>
              <a:rPr lang="en-US" sz="2400" b="0" dirty="0">
                <a:latin typeface="Times New Roman" panose="02020603050405020304" pitchFamily="18" charset="0"/>
                <a:ea typeface="Times New Roman" panose="02020603050405020304" pitchFamily="18" charset="0"/>
              </a:rPr>
              <a:t>, scan </a:t>
            </a:r>
            <a:r>
              <a:rPr lang="en-US" sz="2400" b="0" dirty="0" err="1">
                <a:latin typeface="Times New Roman" panose="02020603050405020304" pitchFamily="18" charset="0"/>
                <a:ea typeface="Times New Roman" panose="02020603050405020304" pitchFamily="18" charset="0"/>
              </a:rPr>
              <a:t>vân</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tay</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và</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hiển</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thị</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trên</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oled</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được</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hoạt</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động</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độc</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lập</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và</a:t>
            </a:r>
            <a:r>
              <a:rPr lang="en-US" sz="2400" b="0" dirty="0">
                <a:latin typeface="Times New Roman" panose="02020603050405020304" pitchFamily="18" charset="0"/>
                <a:ea typeface="Times New Roman" panose="02020603050405020304" pitchFamily="18" charset="0"/>
              </a:rPr>
              <a:t> song </a:t>
            </a:r>
            <a:r>
              <a:rPr lang="en-US" sz="2400" b="0" dirty="0" err="1">
                <a:latin typeface="Times New Roman" panose="02020603050405020304" pitchFamily="18" charset="0"/>
                <a:ea typeface="Times New Roman" panose="02020603050405020304" pitchFamily="18" charset="0"/>
              </a:rPr>
              <a:t>song</a:t>
            </a:r>
            <a:endParaRPr lang="en-US" sz="2400" b="0" dirty="0">
              <a:effectLst/>
              <a:latin typeface="Times New Roman" panose="02020603050405020304" pitchFamily="18" charset="0"/>
              <a:ea typeface="Times New Roman" panose="02020603050405020304" pitchFamily="18" charset="0"/>
            </a:endParaRPr>
          </a:p>
          <a:p>
            <a:pPr marL="342900" lvl="0" indent="-342900">
              <a:lnSpc>
                <a:spcPct val="100000"/>
              </a:lnSpc>
              <a:spcBef>
                <a:spcPts val="960"/>
              </a:spcBef>
              <a:spcAft>
                <a:spcPts val="800"/>
              </a:spcAft>
              <a:buFont typeface="Times New Roman" panose="02020603050405020304" pitchFamily="18" charset="0"/>
              <a:buChar char="-"/>
              <a:tabLst>
                <a:tab pos="750570" algn="l"/>
              </a:tabLst>
            </a:pPr>
            <a:r>
              <a:rPr lang="en-US" sz="2400" b="0" dirty="0" err="1">
                <a:latin typeface="Times New Roman" panose="02020603050405020304" pitchFamily="18" charset="0"/>
                <a:ea typeface="Times New Roman" panose="02020603050405020304" pitchFamily="18" charset="0"/>
              </a:rPr>
              <a:t>Tốc</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độ</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thực</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thi</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nhanh</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chóng</a:t>
            </a:r>
            <a:endParaRPr lang="en-US" sz="2400" b="0" dirty="0">
              <a:latin typeface="Times New Roman" panose="02020603050405020304" pitchFamily="18" charset="0"/>
              <a:ea typeface="Times New Roman" panose="02020603050405020304" pitchFamily="18" charset="0"/>
            </a:endParaRPr>
          </a:p>
          <a:p>
            <a:pPr marL="342900" lvl="0" indent="-342900">
              <a:lnSpc>
                <a:spcPct val="100000"/>
              </a:lnSpc>
              <a:spcBef>
                <a:spcPts val="960"/>
              </a:spcBef>
              <a:spcAft>
                <a:spcPts val="800"/>
              </a:spcAft>
              <a:buFont typeface="Times New Roman" panose="02020603050405020304" pitchFamily="18" charset="0"/>
              <a:buChar char="-"/>
              <a:tabLst>
                <a:tab pos="750570" algn="l"/>
              </a:tabLst>
            </a:pPr>
            <a:r>
              <a:rPr lang="en-US" sz="2400" b="0" dirty="0" err="1">
                <a:effectLst/>
                <a:latin typeface="Times New Roman" panose="02020603050405020304" pitchFamily="18" charset="0"/>
                <a:ea typeface="Times New Roman" panose="02020603050405020304" pitchFamily="18" charset="0"/>
              </a:rPr>
              <a:t>Dễ</a:t>
            </a:r>
            <a:r>
              <a:rPr lang="en-US" sz="2400" b="0" dirty="0">
                <a:effectLst/>
                <a:latin typeface="Times New Roman" panose="02020603050405020304" pitchFamily="18" charset="0"/>
                <a:ea typeface="Times New Roman" panose="02020603050405020304" pitchFamily="18" charset="0"/>
              </a:rPr>
              <a:t> </a:t>
            </a:r>
            <a:r>
              <a:rPr lang="en-US" sz="2400" b="0" dirty="0" err="1">
                <a:effectLst/>
                <a:latin typeface="Times New Roman" panose="02020603050405020304" pitchFamily="18" charset="0"/>
                <a:ea typeface="Times New Roman" panose="02020603050405020304" pitchFamily="18" charset="0"/>
              </a:rPr>
              <a:t>mở</a:t>
            </a:r>
            <a:r>
              <a:rPr lang="en-US" sz="2400" b="0" dirty="0">
                <a:effectLst/>
                <a:latin typeface="Times New Roman" panose="02020603050405020304" pitchFamily="18" charset="0"/>
                <a:ea typeface="Times New Roman" panose="02020603050405020304" pitchFamily="18" charset="0"/>
              </a:rPr>
              <a:t> </a:t>
            </a:r>
            <a:r>
              <a:rPr lang="en-US" sz="2400" b="0" dirty="0" err="1">
                <a:effectLst/>
                <a:latin typeface="Times New Roman" panose="02020603050405020304" pitchFamily="18" charset="0"/>
                <a:ea typeface="Times New Roman" panose="02020603050405020304" pitchFamily="18" charset="0"/>
              </a:rPr>
              <a:t>rộng</a:t>
            </a:r>
            <a:r>
              <a:rPr lang="en-US" sz="2400" b="0" dirty="0">
                <a:effectLst/>
                <a:latin typeface="Times New Roman" panose="02020603050405020304" pitchFamily="18" charset="0"/>
                <a:ea typeface="Times New Roman" panose="02020603050405020304" pitchFamily="18" charset="0"/>
              </a:rPr>
              <a:t> </a:t>
            </a:r>
            <a:r>
              <a:rPr lang="en-US" sz="2400" b="0" dirty="0" err="1">
                <a:effectLst/>
                <a:latin typeface="Times New Roman" panose="02020603050405020304" pitchFamily="18" charset="0"/>
                <a:ea typeface="Times New Roman" panose="02020603050405020304" pitchFamily="18" charset="0"/>
              </a:rPr>
              <a:t>th</a:t>
            </a:r>
            <a:r>
              <a:rPr lang="en-US" sz="2400" b="0" dirty="0" err="1">
                <a:latin typeface="Times New Roman" panose="02020603050405020304" pitchFamily="18" charset="0"/>
                <a:ea typeface="Times New Roman" panose="02020603050405020304" pitchFamily="18" charset="0"/>
              </a:rPr>
              <a:t>êm</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chức</a:t>
            </a:r>
            <a:r>
              <a:rPr lang="en-US" sz="2400" b="0" dirty="0">
                <a:latin typeface="Times New Roman" panose="02020603050405020304" pitchFamily="18" charset="0"/>
                <a:ea typeface="Times New Roman" panose="02020603050405020304" pitchFamily="18" charset="0"/>
              </a:rPr>
              <a:t> </a:t>
            </a:r>
            <a:r>
              <a:rPr lang="en-US" sz="2400" b="0" dirty="0" err="1">
                <a:latin typeface="Times New Roman" panose="02020603050405020304" pitchFamily="18" charset="0"/>
                <a:ea typeface="Times New Roman" panose="02020603050405020304" pitchFamily="18" charset="0"/>
              </a:rPr>
              <a:t>năng</a:t>
            </a:r>
            <a:endParaRPr lang="en-US" sz="2400" b="0" dirty="0">
              <a:effectLst/>
              <a:latin typeface="Times New Roman" panose="02020603050405020304" pitchFamily="18" charset="0"/>
              <a:ea typeface="Times New Roman" panose="02020603050405020304" pitchFamily="18" charset="0"/>
            </a:endParaRPr>
          </a:p>
          <a:p>
            <a:pPr>
              <a:lnSpc>
                <a:spcPct val="100000"/>
              </a:lnSpc>
            </a:pPr>
            <a:endParaRPr lang="en-US" sz="2400" dirty="0">
              <a:latin typeface="Times New Roman" panose="02020603050405020304" pitchFamily="18" charset="0"/>
              <a:cs typeface="Times New Roman" panose="02020603050405020304" pitchFamily="18" charset="0"/>
            </a:endParaRPr>
          </a:p>
          <a:p>
            <a:endParaRPr lang="en-US" sz="22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920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B6EDE-0DA7-3917-7CEB-2066700D4166}"/>
              </a:ext>
            </a:extLst>
          </p:cNvPr>
          <p:cNvSpPr>
            <a:spLocks noGrp="1"/>
          </p:cNvSpPr>
          <p:nvPr>
            <p:ph type="title"/>
          </p:nvPr>
        </p:nvSpPr>
        <p:spPr>
          <a:xfrm>
            <a:off x="6470373" y="1938129"/>
            <a:ext cx="4942079" cy="2305879"/>
          </a:xfrm>
        </p:spPr>
        <p:txBody>
          <a:bodyPr/>
          <a:lstStyle/>
          <a:p>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phụ</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phím</a:t>
            </a:r>
            <a:r>
              <a:rPr lang="en-US" sz="2400" dirty="0">
                <a:latin typeface="Times New Roman" panose="02020603050405020304" pitchFamily="18" charset="0"/>
                <a:cs typeface="Times New Roman" panose="02020603050405020304" pitchFamily="18" charset="0"/>
              </a:rPr>
              <a:t>:</a:t>
            </a:r>
            <a:br>
              <a:rPr lang="en-US" sz="2400" dirty="0"/>
            </a:br>
            <a:br>
              <a:rPr lang="en-US" sz="2400" dirty="0"/>
            </a:br>
            <a:r>
              <a:rPr lang="en-US" sz="2400" b="0" dirty="0" err="1">
                <a:latin typeface="Times New Roman" panose="02020603050405020304" pitchFamily="18" charset="0"/>
                <a:cs typeface="Times New Roman" panose="02020603050405020304" pitchFamily="18" charset="0"/>
              </a:rPr>
              <a:t>Phím</a:t>
            </a:r>
            <a:r>
              <a:rPr lang="en-US" sz="2400" b="0" dirty="0">
                <a:latin typeface="Times New Roman" panose="02020603050405020304" pitchFamily="18" charset="0"/>
                <a:cs typeface="Times New Roman" panose="02020603050405020304" pitchFamily="18" charset="0"/>
              </a:rPr>
              <a:t> A: </a:t>
            </a:r>
            <a:r>
              <a:rPr lang="en-US" sz="2400" b="0" dirty="0" err="1">
                <a:latin typeface="Times New Roman" panose="02020603050405020304" pitchFamily="18" charset="0"/>
                <a:cs typeface="Times New Roman" panose="02020603050405020304" pitchFamily="18" charset="0"/>
              </a:rPr>
              <a:t>đổi</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mật</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khẩu</a:t>
            </a:r>
            <a:r>
              <a:rPr lang="en-US" sz="2400" b="0" dirty="0">
                <a:latin typeface="Times New Roman" panose="02020603050405020304" pitchFamily="18" charset="0"/>
                <a:cs typeface="Times New Roman" panose="02020603050405020304" pitchFamily="18" charset="0"/>
              </a:rPr>
              <a:t>.</a:t>
            </a:r>
            <a:br>
              <a:rPr lang="en-US" sz="2400" b="0" dirty="0">
                <a:latin typeface="Times New Roman" panose="02020603050405020304" pitchFamily="18" charset="0"/>
                <a:cs typeface="Times New Roman" panose="02020603050405020304" pitchFamily="18" charset="0"/>
              </a:rPr>
            </a:br>
            <a:br>
              <a:rPr lang="en-US" sz="2400" b="0" dirty="0">
                <a:latin typeface="Times New Roman" panose="02020603050405020304" pitchFamily="18" charset="0"/>
                <a:cs typeface="Times New Roman" panose="02020603050405020304" pitchFamily="18" charset="0"/>
              </a:rPr>
            </a:br>
            <a:r>
              <a:rPr lang="en-US" sz="2400" b="0" dirty="0" err="1">
                <a:latin typeface="Times New Roman" panose="02020603050405020304" pitchFamily="18" charset="0"/>
                <a:cs typeface="Times New Roman" panose="02020603050405020304" pitchFamily="18" charset="0"/>
              </a:rPr>
              <a:t>Phím</a:t>
            </a:r>
            <a:r>
              <a:rPr lang="en-US" sz="2400" b="0" dirty="0">
                <a:latin typeface="Times New Roman" panose="02020603050405020304" pitchFamily="18" charset="0"/>
                <a:cs typeface="Times New Roman" panose="02020603050405020304" pitchFamily="18" charset="0"/>
              </a:rPr>
              <a:t> B: </a:t>
            </a:r>
            <a:r>
              <a:rPr lang="en-US" sz="2400" b="0" dirty="0" err="1">
                <a:latin typeface="Times New Roman" panose="02020603050405020304" pitchFamily="18" charset="0"/>
                <a:cs typeface="Times New Roman" panose="02020603050405020304" pitchFamily="18" charset="0"/>
              </a:rPr>
              <a:t>thêm</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vân</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tay</a:t>
            </a:r>
            <a:r>
              <a:rPr lang="en-US" sz="2400" b="0" dirty="0">
                <a:latin typeface="Times New Roman" panose="02020603050405020304" pitchFamily="18" charset="0"/>
                <a:cs typeface="Times New Roman" panose="02020603050405020304" pitchFamily="18" charset="0"/>
              </a:rPr>
              <a:t>.</a:t>
            </a:r>
            <a:br>
              <a:rPr lang="en-US" sz="2400" b="0" dirty="0">
                <a:latin typeface="Times New Roman" panose="02020603050405020304" pitchFamily="18" charset="0"/>
                <a:cs typeface="Times New Roman" panose="02020603050405020304" pitchFamily="18" charset="0"/>
              </a:rPr>
            </a:br>
            <a:br>
              <a:rPr lang="en-US" sz="2400" b="0" dirty="0">
                <a:latin typeface="Times New Roman" panose="02020603050405020304" pitchFamily="18" charset="0"/>
                <a:cs typeface="Times New Roman" panose="02020603050405020304" pitchFamily="18" charset="0"/>
              </a:rPr>
            </a:br>
            <a:r>
              <a:rPr lang="en-US" sz="2400" b="0" dirty="0" err="1">
                <a:latin typeface="Times New Roman" panose="02020603050405020304" pitchFamily="18" charset="0"/>
                <a:cs typeface="Times New Roman" panose="02020603050405020304" pitchFamily="18" charset="0"/>
              </a:rPr>
              <a:t>Phím</a:t>
            </a:r>
            <a:r>
              <a:rPr lang="en-US" sz="2400" b="0" dirty="0">
                <a:latin typeface="Times New Roman" panose="02020603050405020304" pitchFamily="18" charset="0"/>
                <a:cs typeface="Times New Roman" panose="02020603050405020304" pitchFamily="18" charset="0"/>
              </a:rPr>
              <a:t> C: </a:t>
            </a:r>
            <a:r>
              <a:rPr lang="en-US" sz="2400" b="0" dirty="0" err="1">
                <a:latin typeface="Times New Roman" panose="02020603050405020304" pitchFamily="18" charset="0"/>
                <a:cs typeface="Times New Roman" panose="02020603050405020304" pitchFamily="18" charset="0"/>
              </a:rPr>
              <a:t>xóa</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vân</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tay</a:t>
            </a:r>
            <a:r>
              <a:rPr lang="en-US" sz="2400" b="0" dirty="0">
                <a:latin typeface="Times New Roman" panose="02020603050405020304" pitchFamily="18" charset="0"/>
                <a:cs typeface="Times New Roman" panose="02020603050405020304" pitchFamily="18" charset="0"/>
              </a:rPr>
              <a:t>.</a:t>
            </a:r>
            <a:br>
              <a:rPr lang="en-US" sz="2400" b="0" dirty="0">
                <a:latin typeface="Times New Roman" panose="02020603050405020304" pitchFamily="18" charset="0"/>
                <a:cs typeface="Times New Roman" panose="02020603050405020304" pitchFamily="18" charset="0"/>
              </a:rPr>
            </a:br>
            <a:br>
              <a:rPr lang="en-US" sz="2400" b="0" dirty="0">
                <a:latin typeface="Times New Roman" panose="02020603050405020304" pitchFamily="18" charset="0"/>
                <a:cs typeface="Times New Roman" panose="02020603050405020304" pitchFamily="18" charset="0"/>
              </a:rPr>
            </a:br>
            <a:r>
              <a:rPr lang="en-US" sz="2400" b="0" dirty="0" err="1">
                <a:latin typeface="Times New Roman" panose="02020603050405020304" pitchFamily="18" charset="0"/>
                <a:cs typeface="Times New Roman" panose="02020603050405020304" pitchFamily="18" charset="0"/>
              </a:rPr>
              <a:t>Phím</a:t>
            </a:r>
            <a:r>
              <a:rPr lang="en-US" sz="2400" b="0" dirty="0">
                <a:latin typeface="Times New Roman" panose="02020603050405020304" pitchFamily="18" charset="0"/>
                <a:cs typeface="Times New Roman" panose="02020603050405020304" pitchFamily="18" charset="0"/>
              </a:rPr>
              <a:t> D: quay </a:t>
            </a:r>
            <a:r>
              <a:rPr lang="en-US" sz="2400" b="0" dirty="0" err="1">
                <a:latin typeface="Times New Roman" panose="02020603050405020304" pitchFamily="18" charset="0"/>
                <a:cs typeface="Times New Roman" panose="02020603050405020304" pitchFamily="18" charset="0"/>
              </a:rPr>
              <a:t>lại</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màn</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hình</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chính</a:t>
            </a:r>
            <a:r>
              <a:rPr lang="en-US" sz="2400" b="0" dirty="0">
                <a:latin typeface="Times New Roman" panose="02020603050405020304" pitchFamily="18" charset="0"/>
                <a:cs typeface="Times New Roman" panose="02020603050405020304" pitchFamily="18" charset="0"/>
              </a:rPr>
              <a:t>.</a:t>
            </a:r>
            <a:br>
              <a:rPr lang="en-US" sz="2400" b="0" dirty="0">
                <a:latin typeface="Times New Roman" panose="02020603050405020304" pitchFamily="18" charset="0"/>
                <a:cs typeface="Times New Roman" panose="02020603050405020304" pitchFamily="18" charset="0"/>
              </a:rPr>
            </a:br>
            <a:br>
              <a:rPr lang="en-US" sz="2400" b="0" dirty="0">
                <a:latin typeface="Times New Roman" panose="02020603050405020304" pitchFamily="18" charset="0"/>
                <a:cs typeface="Times New Roman" panose="02020603050405020304" pitchFamily="18" charset="0"/>
              </a:rPr>
            </a:br>
            <a:r>
              <a:rPr lang="en-US" sz="2400" b="0" dirty="0" err="1">
                <a:latin typeface="Times New Roman" panose="02020603050405020304" pitchFamily="18" charset="0"/>
                <a:cs typeface="Times New Roman" panose="02020603050405020304" pitchFamily="18" charset="0"/>
              </a:rPr>
              <a:t>Phím</a:t>
            </a:r>
            <a:r>
              <a:rPr lang="en-US" sz="2400" b="0" dirty="0">
                <a:latin typeface="Times New Roman" panose="02020603050405020304" pitchFamily="18" charset="0"/>
                <a:cs typeface="Times New Roman" panose="02020603050405020304" pitchFamily="18" charset="0"/>
              </a:rPr>
              <a:t> *: </a:t>
            </a:r>
            <a:r>
              <a:rPr lang="en-US" sz="2400" b="0" dirty="0" err="1">
                <a:latin typeface="Times New Roman" panose="02020603050405020304" pitchFamily="18" charset="0"/>
                <a:cs typeface="Times New Roman" panose="02020603050405020304" pitchFamily="18" charset="0"/>
              </a:rPr>
              <a:t>dùng</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để</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xóa</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kí</a:t>
            </a:r>
            <a:r>
              <a:rPr lang="en-US" sz="2400" b="0" dirty="0">
                <a:latin typeface="Times New Roman" panose="02020603050405020304" pitchFamily="18" charset="0"/>
                <a:cs typeface="Times New Roman" panose="02020603050405020304" pitchFamily="18" charset="0"/>
              </a:rPr>
              <a:t> </a:t>
            </a:r>
            <a:r>
              <a:rPr lang="en-US" sz="2400" b="0" dirty="0" err="1">
                <a:latin typeface="Times New Roman" panose="02020603050405020304" pitchFamily="18" charset="0"/>
                <a:cs typeface="Times New Roman" panose="02020603050405020304" pitchFamily="18" charset="0"/>
              </a:rPr>
              <a:t>tự</a:t>
            </a:r>
            <a:r>
              <a:rPr lang="en-US" sz="2400" b="0" dirty="0">
                <a:latin typeface="Times New Roman" panose="02020603050405020304" pitchFamily="18" charset="0"/>
                <a:cs typeface="Times New Roman" panose="02020603050405020304" pitchFamily="18" charset="0"/>
              </a:rPr>
              <a:t>.</a:t>
            </a:r>
            <a:br>
              <a:rPr lang="en-US" sz="2400" b="0" dirty="0">
                <a:latin typeface="Times New Roman" panose="02020603050405020304" pitchFamily="18" charset="0"/>
                <a:cs typeface="Times New Roman" panose="02020603050405020304" pitchFamily="18" charset="0"/>
              </a:rPr>
            </a:br>
            <a:br>
              <a:rPr lang="en-US" sz="2400" b="0" dirty="0">
                <a:latin typeface="Times New Roman" panose="02020603050405020304" pitchFamily="18" charset="0"/>
                <a:cs typeface="Times New Roman" panose="02020603050405020304" pitchFamily="18" charset="0"/>
              </a:rPr>
            </a:br>
            <a:r>
              <a:rPr lang="en-US" sz="2400" b="0" dirty="0" err="1">
                <a:latin typeface="Times New Roman" panose="02020603050405020304" pitchFamily="18" charset="0"/>
                <a:cs typeface="Times New Roman" panose="02020603050405020304" pitchFamily="18" charset="0"/>
              </a:rPr>
              <a:t>Phím</a:t>
            </a:r>
            <a:r>
              <a:rPr lang="en-US" sz="2400" b="0" dirty="0">
                <a:latin typeface="Times New Roman" panose="02020603050405020304" pitchFamily="18" charset="0"/>
                <a:cs typeface="Times New Roman" panose="02020603050405020304" pitchFamily="18" charset="0"/>
              </a:rPr>
              <a:t> #: </a:t>
            </a:r>
            <a:r>
              <a:rPr lang="en-US" sz="2400" b="0" dirty="0" err="1">
                <a:latin typeface="Times New Roman" panose="02020603050405020304" pitchFamily="18" charset="0"/>
                <a:cs typeface="Times New Roman" panose="02020603050405020304" pitchFamily="18" charset="0"/>
              </a:rPr>
              <a:t>là</a:t>
            </a:r>
            <a:r>
              <a:rPr lang="en-US" sz="2400" b="0" dirty="0">
                <a:latin typeface="Times New Roman" panose="02020603050405020304" pitchFamily="18" charset="0"/>
                <a:cs typeface="Times New Roman" panose="02020603050405020304" pitchFamily="18" charset="0"/>
              </a:rPr>
              <a:t> enter.</a:t>
            </a:r>
          </a:p>
        </p:txBody>
      </p:sp>
      <p:pic>
        <p:nvPicPr>
          <p:cNvPr id="6" name="Picture 5">
            <a:extLst>
              <a:ext uri="{FF2B5EF4-FFF2-40B4-BE49-F238E27FC236}">
                <a16:creationId xmlns:a16="http://schemas.microsoft.com/office/drawing/2014/main" id="{3B95A83B-8937-087C-02A9-E77460E94F73}"/>
              </a:ext>
            </a:extLst>
          </p:cNvPr>
          <p:cNvPicPr>
            <a:picLocks noChangeAspect="1"/>
          </p:cNvPicPr>
          <p:nvPr/>
        </p:nvPicPr>
        <p:blipFill>
          <a:blip r:embed="rId2"/>
          <a:stretch>
            <a:fillRect/>
          </a:stretch>
        </p:blipFill>
        <p:spPr>
          <a:xfrm>
            <a:off x="1083365" y="536713"/>
            <a:ext cx="4942078" cy="5315627"/>
          </a:xfrm>
          <a:prstGeom prst="rect">
            <a:avLst/>
          </a:prstGeom>
        </p:spPr>
      </p:pic>
    </p:spTree>
    <p:extLst>
      <p:ext uri="{BB962C8B-B14F-4D97-AF65-F5344CB8AC3E}">
        <p14:creationId xmlns:p14="http://schemas.microsoft.com/office/powerpoint/2010/main" val="1008905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E103-615B-9B88-C6D5-1C0DD3100957}"/>
              </a:ext>
            </a:extLst>
          </p:cNvPr>
          <p:cNvSpPr>
            <a:spLocks noGrp="1"/>
          </p:cNvSpPr>
          <p:nvPr>
            <p:ph type="title"/>
          </p:nvPr>
        </p:nvSpPr>
        <p:spPr>
          <a:xfrm>
            <a:off x="3035269" y="56835"/>
            <a:ext cx="5257793" cy="487917"/>
          </a:xfrm>
        </p:spPr>
        <p:txBody>
          <a:bodyPr/>
          <a:lstStyle/>
          <a:p>
            <a:pPr algn="ctr"/>
            <a:r>
              <a:rPr lang="en-US" sz="4000" dirty="0" err="1">
                <a:latin typeface="Times New Roman" panose="02020603050405020304" pitchFamily="18" charset="0"/>
                <a:cs typeface="Times New Roman" panose="02020603050405020304" pitchFamily="18" charset="0"/>
              </a:rPr>
              <a:t>Lưu</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đồ</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giải</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thuật</a:t>
            </a: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34563C1-64F4-88EA-C21E-416123E33407}"/>
              </a:ext>
            </a:extLst>
          </p:cNvPr>
          <p:cNvPicPr>
            <a:picLocks noChangeAspect="1"/>
          </p:cNvPicPr>
          <p:nvPr/>
        </p:nvPicPr>
        <p:blipFill>
          <a:blip r:embed="rId2"/>
          <a:stretch>
            <a:fillRect/>
          </a:stretch>
        </p:blipFill>
        <p:spPr>
          <a:xfrm>
            <a:off x="0" y="615820"/>
            <a:ext cx="12192000" cy="6242180"/>
          </a:xfrm>
          <a:prstGeom prst="rect">
            <a:avLst/>
          </a:prstGeom>
        </p:spPr>
      </p:pic>
    </p:spTree>
    <p:extLst>
      <p:ext uri="{BB962C8B-B14F-4D97-AF65-F5344CB8AC3E}">
        <p14:creationId xmlns:p14="http://schemas.microsoft.com/office/powerpoint/2010/main" val="66736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D8E33-EB06-0B7C-A8E8-264D120C1F18}"/>
              </a:ext>
            </a:extLst>
          </p:cNvPr>
          <p:cNvSpPr>
            <a:spLocks noGrp="1"/>
          </p:cNvSpPr>
          <p:nvPr>
            <p:ph type="title"/>
          </p:nvPr>
        </p:nvSpPr>
        <p:spPr>
          <a:xfrm>
            <a:off x="3467102" y="95856"/>
            <a:ext cx="5257793" cy="438221"/>
          </a:xfrm>
        </p:spPr>
        <p:txBody>
          <a:bodyPr/>
          <a:lstStyle/>
          <a:p>
            <a:pPr algn="ctr"/>
            <a:r>
              <a:rPr lang="en-US" sz="4000" dirty="0" err="1">
                <a:latin typeface="Times New Roman" panose="02020603050405020304" pitchFamily="18" charset="0"/>
                <a:cs typeface="Times New Roman" panose="02020603050405020304" pitchFamily="18" charset="0"/>
              </a:rPr>
              <a:t>Khối</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bàn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phím</a:t>
            </a: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E7627A4-9DD6-937F-9BF1-C1B336352A49}"/>
              </a:ext>
            </a:extLst>
          </p:cNvPr>
          <p:cNvPicPr>
            <a:picLocks noChangeAspect="1"/>
          </p:cNvPicPr>
          <p:nvPr/>
        </p:nvPicPr>
        <p:blipFill>
          <a:blip r:embed="rId2"/>
          <a:stretch>
            <a:fillRect/>
          </a:stretch>
        </p:blipFill>
        <p:spPr>
          <a:xfrm>
            <a:off x="-1" y="680502"/>
            <a:ext cx="12192000" cy="6177498"/>
          </a:xfrm>
          <a:prstGeom prst="rect">
            <a:avLst/>
          </a:prstGeom>
        </p:spPr>
      </p:pic>
    </p:spTree>
    <p:extLst>
      <p:ext uri="{BB962C8B-B14F-4D97-AF65-F5344CB8AC3E}">
        <p14:creationId xmlns:p14="http://schemas.microsoft.com/office/powerpoint/2010/main" val="2654970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1"/>
          <p:cNvSpPr>
            <a:spLocks noGrp="1"/>
          </p:cNvSpPr>
          <p:nvPr>
            <p:ph type="sldNum" sz="quarter" idx="40"/>
          </p:nvPr>
        </p:nvSpPr>
        <p:spPr/>
        <p:txBody>
          <a:bodyPr/>
          <a:lstStyle/>
          <a:p>
            <a:fld id="{47FEACEE-25B4-4A2D-B147-27296E36371D}" type="slidenum">
              <a:rPr lang="en-US" altLang="zh-CN" smtClean="0"/>
              <a:t>13</a:t>
            </a:fld>
            <a:endParaRPr lang="en-US" altLang="zh-CN" dirty="0"/>
          </a:p>
        </p:txBody>
      </p:sp>
      <p:sp>
        <p:nvSpPr>
          <p:cNvPr id="8" name="Title 7"/>
          <p:cNvSpPr>
            <a:spLocks noGrp="1"/>
          </p:cNvSpPr>
          <p:nvPr>
            <p:ph type="title"/>
          </p:nvPr>
        </p:nvSpPr>
        <p:spPr>
          <a:xfrm>
            <a:off x="7072641" y="2569651"/>
            <a:ext cx="3384372" cy="3648269"/>
          </a:xfrm>
        </p:spPr>
        <p:txBody>
          <a:bodyPr/>
          <a:lstStyle/>
          <a:p>
            <a:pPr algn="ctr"/>
            <a:r>
              <a:rPr lang="vi-VN" sz="4000" dirty="0">
                <a:latin typeface="Times New Roman" panose="02020603050405020304" pitchFamily="18" charset="0"/>
                <a:cs typeface="Times New Roman" panose="02020603050405020304" pitchFamily="18" charset="0"/>
              </a:rPr>
              <a:t>Khối xử lý dữ liệu vân tay</a:t>
            </a:r>
            <a:endParaRPr lang="en-US"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E4C3C39-BED7-11EB-CE40-A7E94997B220}"/>
              </a:ext>
            </a:extLst>
          </p:cNvPr>
          <p:cNvPicPr>
            <a:picLocks noChangeAspect="1"/>
          </p:cNvPicPr>
          <p:nvPr/>
        </p:nvPicPr>
        <p:blipFill>
          <a:blip r:embed="rId2"/>
          <a:stretch>
            <a:fillRect/>
          </a:stretch>
        </p:blipFill>
        <p:spPr>
          <a:xfrm>
            <a:off x="-1" y="0"/>
            <a:ext cx="5822303" cy="6858000"/>
          </a:xfrm>
          <a:prstGeom prst="rect">
            <a:avLst/>
          </a:prstGeom>
        </p:spPr>
      </p:pic>
    </p:spTree>
    <p:extLst>
      <p:ext uri="{BB962C8B-B14F-4D97-AF65-F5344CB8AC3E}">
        <p14:creationId xmlns:p14="http://schemas.microsoft.com/office/powerpoint/2010/main" val="305245327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A70E7-8F9E-B3C3-CD1C-F0DE33662615}"/>
              </a:ext>
            </a:extLst>
          </p:cNvPr>
          <p:cNvSpPr>
            <a:spLocks noGrp="1"/>
          </p:cNvSpPr>
          <p:nvPr>
            <p:ph type="title"/>
          </p:nvPr>
        </p:nvSpPr>
        <p:spPr>
          <a:xfrm>
            <a:off x="80055" y="95741"/>
            <a:ext cx="5257793" cy="417443"/>
          </a:xfrm>
        </p:spPr>
        <p:txBody>
          <a:bodyPr/>
          <a:lstStyle/>
          <a:p>
            <a:pPr algn="ctr"/>
            <a:r>
              <a:rPr lang="en-US" sz="4000" dirty="0" err="1">
                <a:latin typeface="Times New Roman" panose="02020603050405020304" pitchFamily="18" charset="0"/>
                <a:cs typeface="Times New Roman" panose="02020603050405020304" pitchFamily="18" charset="0"/>
              </a:rPr>
              <a:t>Khối</a:t>
            </a:r>
            <a:r>
              <a:rPr lang="en-US" sz="4000" dirty="0">
                <a:latin typeface="Times New Roman" panose="02020603050405020304" pitchFamily="18" charset="0"/>
                <a:cs typeface="Times New Roman" panose="02020603050405020304" pitchFamily="18" charset="0"/>
              </a:rPr>
              <a:t> Web</a:t>
            </a:r>
          </a:p>
        </p:txBody>
      </p:sp>
      <p:pic>
        <p:nvPicPr>
          <p:cNvPr id="3" name="Hình ảnh 5" descr="Ảnh có chứa văn bản, biểu đồ, ảnh chụp màn hình, Kế hoạch&#10;&#10;Nội dung do AI tạo ra có thể không chính xác.">
            <a:extLst>
              <a:ext uri="{FF2B5EF4-FFF2-40B4-BE49-F238E27FC236}">
                <a16:creationId xmlns:a16="http://schemas.microsoft.com/office/drawing/2014/main" id="{A6841A59-7147-EC43-B082-78804C5EB106}"/>
              </a:ext>
            </a:extLst>
          </p:cNvPr>
          <p:cNvPicPr>
            <a:picLocks noChangeAspect="1"/>
          </p:cNvPicPr>
          <p:nvPr/>
        </p:nvPicPr>
        <p:blipFill>
          <a:blip r:embed="rId2"/>
          <a:stretch>
            <a:fillRect/>
          </a:stretch>
        </p:blipFill>
        <p:spPr>
          <a:xfrm>
            <a:off x="5971592" y="503853"/>
            <a:ext cx="6220408" cy="6357334"/>
          </a:xfrm>
          <a:prstGeom prst="rect">
            <a:avLst/>
          </a:prstGeom>
        </p:spPr>
      </p:pic>
      <p:sp>
        <p:nvSpPr>
          <p:cNvPr id="4" name="Tiêu đề 1">
            <a:extLst>
              <a:ext uri="{FF2B5EF4-FFF2-40B4-BE49-F238E27FC236}">
                <a16:creationId xmlns:a16="http://schemas.microsoft.com/office/drawing/2014/main" id="{CDD9EB46-2896-F2B7-0615-563A9315FF87}"/>
              </a:ext>
            </a:extLst>
          </p:cNvPr>
          <p:cNvSpPr txBox="1">
            <a:spLocks/>
          </p:cNvSpPr>
          <p:nvPr/>
        </p:nvSpPr>
        <p:spPr>
          <a:xfrm>
            <a:off x="6108981" y="-83976"/>
            <a:ext cx="6002964" cy="7362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pPr algn="ctr"/>
            <a:r>
              <a:rPr lang="vi-VN" sz="4000" dirty="0">
                <a:latin typeface="Times New Roman" panose="02020603050405020304" pitchFamily="18" charset="0"/>
                <a:cs typeface="Times New Roman" panose="02020603050405020304" pitchFamily="18" charset="0"/>
              </a:rPr>
              <a:t>Lưu đồ giải thuật web</a:t>
            </a:r>
          </a:p>
        </p:txBody>
      </p:sp>
      <p:pic>
        <p:nvPicPr>
          <p:cNvPr id="6" name="Picture 5">
            <a:extLst>
              <a:ext uri="{FF2B5EF4-FFF2-40B4-BE49-F238E27FC236}">
                <a16:creationId xmlns:a16="http://schemas.microsoft.com/office/drawing/2014/main" id="{C0F34119-1157-9635-1C09-D0FCB9AA09EA}"/>
              </a:ext>
            </a:extLst>
          </p:cNvPr>
          <p:cNvPicPr>
            <a:picLocks noChangeAspect="1"/>
          </p:cNvPicPr>
          <p:nvPr/>
        </p:nvPicPr>
        <p:blipFill>
          <a:blip r:embed="rId3"/>
          <a:stretch>
            <a:fillRect/>
          </a:stretch>
        </p:blipFill>
        <p:spPr>
          <a:xfrm>
            <a:off x="12967" y="503853"/>
            <a:ext cx="5846655" cy="6354147"/>
          </a:xfrm>
          <a:prstGeom prst="rect">
            <a:avLst/>
          </a:prstGeom>
        </p:spPr>
      </p:pic>
    </p:spTree>
    <p:extLst>
      <p:ext uri="{BB962C8B-B14F-4D97-AF65-F5344CB8AC3E}">
        <p14:creationId xmlns:p14="http://schemas.microsoft.com/office/powerpoint/2010/main" val="3117524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DB0A-B2DC-8A89-E390-175A464D6A53}"/>
              </a:ext>
            </a:extLst>
          </p:cNvPr>
          <p:cNvSpPr>
            <a:spLocks noGrp="1"/>
          </p:cNvSpPr>
          <p:nvPr>
            <p:ph type="title"/>
          </p:nvPr>
        </p:nvSpPr>
        <p:spPr>
          <a:xfrm>
            <a:off x="3234051" y="-177282"/>
            <a:ext cx="5581957" cy="774441"/>
          </a:xfrm>
        </p:spPr>
        <p:txBody>
          <a:bodyPr/>
          <a:lstStyle/>
          <a:p>
            <a:pPr algn="ctr"/>
            <a:r>
              <a:rPr lang="en-US" sz="4000" dirty="0" err="1">
                <a:latin typeface="Times New Roman" panose="02020603050405020304" pitchFamily="18" charset="0"/>
                <a:cs typeface="Times New Roman" panose="02020603050405020304" pitchFamily="18" charset="0"/>
              </a:rPr>
              <a:t>Mô</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hình</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hoàn</a:t>
            </a:r>
            <a:r>
              <a:rPr lang="en-US" sz="4000" dirty="0">
                <a:latin typeface="Times New Roman" panose="02020603050405020304" pitchFamily="18" charset="0"/>
                <a:cs typeface="Times New Roman" panose="02020603050405020304" pitchFamily="18" charset="0"/>
              </a:rPr>
              <a:t> </a:t>
            </a:r>
            <a:r>
              <a:rPr lang="en-US" sz="4000" dirty="0" err="1">
                <a:latin typeface="Times New Roman" panose="02020603050405020304" pitchFamily="18" charset="0"/>
                <a:cs typeface="Times New Roman" panose="02020603050405020304" pitchFamily="18" charset="0"/>
              </a:rPr>
              <a:t>thiện</a:t>
            </a:r>
            <a:endParaRPr lang="en-US" sz="4000" dirty="0">
              <a:latin typeface="Times New Roman" panose="02020603050405020304" pitchFamily="18" charset="0"/>
              <a:cs typeface="Times New Roman" panose="02020603050405020304" pitchFamily="18" charset="0"/>
            </a:endParaRPr>
          </a:p>
        </p:txBody>
      </p:sp>
      <p:pic>
        <p:nvPicPr>
          <p:cNvPr id="6" name="Picture 5" descr="A white box with a door and a green button&#10;&#10;AI-generated content may be incorrect.">
            <a:extLst>
              <a:ext uri="{FF2B5EF4-FFF2-40B4-BE49-F238E27FC236}">
                <a16:creationId xmlns:a16="http://schemas.microsoft.com/office/drawing/2014/main" id="{5D48E608-E11D-C2D2-ACC4-676E86A1C94B}"/>
              </a:ext>
            </a:extLst>
          </p:cNvPr>
          <p:cNvPicPr>
            <a:picLocks noChangeAspect="1"/>
          </p:cNvPicPr>
          <p:nvPr/>
        </p:nvPicPr>
        <p:blipFill>
          <a:blip r:embed="rId2"/>
          <a:stretch>
            <a:fillRect/>
          </a:stretch>
        </p:blipFill>
        <p:spPr>
          <a:xfrm>
            <a:off x="0" y="503853"/>
            <a:ext cx="12192000" cy="6354147"/>
          </a:xfrm>
          <a:prstGeom prst="rect">
            <a:avLst/>
          </a:prstGeom>
        </p:spPr>
      </p:pic>
    </p:spTree>
    <p:extLst>
      <p:ext uri="{BB962C8B-B14F-4D97-AF65-F5344CB8AC3E}">
        <p14:creationId xmlns:p14="http://schemas.microsoft.com/office/powerpoint/2010/main" val="799609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7150914659569">
            <a:hlinkClick r:id="" action="ppaction://media"/>
            <a:extLst>
              <a:ext uri="{FF2B5EF4-FFF2-40B4-BE49-F238E27FC236}">
                <a16:creationId xmlns:a16="http://schemas.microsoft.com/office/drawing/2014/main" id="{6121BE6A-4D0A-BD50-C952-19D2EFF7721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 y="-1"/>
            <a:ext cx="12191999" cy="6797615"/>
          </a:xfrm>
          <a:prstGeom prst="rect">
            <a:avLst/>
          </a:prstGeom>
        </p:spPr>
      </p:pic>
    </p:spTree>
    <p:extLst>
      <p:ext uri="{BB962C8B-B14F-4D97-AF65-F5344CB8AC3E}">
        <p14:creationId xmlns:p14="http://schemas.microsoft.com/office/powerpoint/2010/main" val="301212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95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19" descr="A screenshot of a weather forecast&#10;&#10;Description automatically generated"/>
          <p:cNvPicPr>
            <a:picLocks noGrp="1" noChangeAspect="1"/>
          </p:cNvPicPr>
          <p:nvPr>
            <p:ph type="pic" sz="quarter" idx="49"/>
          </p:nvPr>
        </p:nvPicPr>
        <p:blipFill>
          <a:blip r:embed="rId3"/>
          <a:srcRect l="20990" r="-2" b="-2"/>
          <a:stretch>
            <a:fillRect/>
          </a:stretch>
        </p:blipFill>
        <p:spPr>
          <a:xfrm>
            <a:off x="391110" y="2493385"/>
            <a:ext cx="1465840" cy="1289394"/>
          </a:xfrm>
          <a:noFill/>
        </p:spPr>
      </p:pic>
      <p:pic>
        <p:nvPicPr>
          <p:cNvPr id="5" name="Picture Placeholder 4" descr="A person holding a cell phone&#10;&#10;Description automatically generated"/>
          <p:cNvPicPr>
            <a:picLocks noGrp="1" noChangeAspect="1"/>
          </p:cNvPicPr>
          <p:nvPr>
            <p:ph type="pic" sz="quarter" idx="50"/>
          </p:nvPr>
        </p:nvPicPr>
        <p:blipFill>
          <a:blip r:embed="rId4"/>
          <a:srcRect r="21844" b="2"/>
          <a:stretch>
            <a:fillRect/>
          </a:stretch>
        </p:blipFill>
        <p:spPr>
          <a:xfrm>
            <a:off x="5151412" y="5238680"/>
            <a:ext cx="1465840" cy="1289394"/>
          </a:xfrm>
          <a:noFill/>
        </p:spPr>
      </p:pic>
      <p:sp>
        <p:nvSpPr>
          <p:cNvPr id="25" name="Text Placeholder 24"/>
          <p:cNvSpPr>
            <a:spLocks noGrp="1"/>
          </p:cNvSpPr>
          <p:nvPr>
            <p:ph type="body" sz="quarter" idx="27"/>
          </p:nvPr>
        </p:nvSpPr>
        <p:spPr>
          <a:xfrm>
            <a:off x="5386273" y="2716811"/>
            <a:ext cx="5707825" cy="2265736"/>
          </a:xfrm>
        </p:spPr>
        <p:txBody>
          <a:bodyPr anchor="t">
            <a:normAutofit/>
          </a:bodyPr>
          <a:lstStyle/>
          <a:p>
            <a:pPr algn="just"/>
            <a:r>
              <a:rPr lang="vi-VN" sz="2800" dirty="0">
                <a:latin typeface="Times New Roman" panose="02020603050405020304" pitchFamily="18" charset="0"/>
                <a:cs typeface="Times New Roman" panose="02020603050405020304" pitchFamily="18" charset="0"/>
              </a:rPr>
              <a:t>Cảm ơn thầy và các bạn đã lắng nghe phần trình bày của nhóm </a:t>
            </a:r>
            <a:r>
              <a:rPr lang="en-US" sz="2800" dirty="0" err="1">
                <a:latin typeface="Times New Roman" panose="02020603050405020304" pitchFamily="18" charset="0"/>
                <a:cs typeface="Times New Roman" panose="02020603050405020304" pitchFamily="18" charset="0"/>
              </a:rPr>
              <a:t>chúng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em</a:t>
            </a:r>
            <a:r>
              <a:rPr lang="en-US" sz="2800" dirty="0">
                <a:latin typeface="Times New Roman" panose="02020603050405020304" pitchFamily="18" charset="0"/>
                <a:cs typeface="Times New Roman" panose="02020603050405020304" pitchFamily="18" charset="0"/>
              </a:rPr>
              <a:t>.</a:t>
            </a:r>
          </a:p>
        </p:txBody>
      </p:sp>
      <p:sp>
        <p:nvSpPr>
          <p:cNvPr id="24" name="Title 23"/>
          <p:cNvSpPr>
            <a:spLocks noGrp="1"/>
          </p:cNvSpPr>
          <p:nvPr>
            <p:ph type="title"/>
          </p:nvPr>
        </p:nvSpPr>
        <p:spPr>
          <a:xfrm>
            <a:off x="5621206" y="766643"/>
            <a:ext cx="5055698" cy="1325563"/>
          </a:xfrm>
        </p:spPr>
        <p:txBody>
          <a:bodyPr anchor="b">
            <a:normAutofit/>
          </a:bodyPr>
          <a:lstStyle/>
          <a:p>
            <a:r>
              <a:rPr lang="en-US" sz="6600" dirty="0">
                <a:latin typeface="Times New Roman" panose="02020603050405020304" pitchFamily="18" charset="0"/>
                <a:cs typeface="Times New Roman" panose="02020603050405020304" pitchFamily="18" charset="0"/>
              </a:rPr>
              <a:t>Thank you</a:t>
            </a:r>
          </a:p>
        </p:txBody>
      </p:sp>
      <p:pic>
        <p:nvPicPr>
          <p:cNvPr id="4" name="Picture Placeholder 3"/>
          <p:cNvPicPr>
            <a:picLocks noGrp="1" noChangeAspect="1"/>
          </p:cNvPicPr>
          <p:nvPr>
            <p:ph type="pic" sz="quarter" idx="51"/>
          </p:nvPr>
        </p:nvPicPr>
        <p:blipFill>
          <a:blip r:embed="rId5">
            <a:extLst>
              <a:ext uri="{28A0092B-C50C-407E-A947-70E740481C1C}">
                <a14:useLocalDpi xmlns:a14="http://schemas.microsoft.com/office/drawing/2010/main" val="0"/>
              </a:ext>
            </a:extLst>
          </a:blip>
          <a:srcRect l="16273" r="16273"/>
          <a:stretch>
            <a:fillRect/>
          </a:stretch>
        </p:blipFill>
        <p:spPr/>
      </p:pic>
      <p:pic>
        <p:nvPicPr>
          <p:cNvPr id="6" name="Picture Placeholder 5"/>
          <p:cNvPicPr>
            <a:picLocks noGrp="1" noChangeAspect="1"/>
          </p:cNvPicPr>
          <p:nvPr>
            <p:ph type="pic" sz="quarter" idx="48"/>
          </p:nvPr>
        </p:nvPicPr>
        <p:blipFill>
          <a:blip r:embed="rId6">
            <a:extLst>
              <a:ext uri="{28A0092B-C50C-407E-A947-70E740481C1C}">
                <a14:useLocalDpi xmlns:a14="http://schemas.microsoft.com/office/drawing/2010/main" val="0"/>
              </a:ext>
            </a:extLst>
          </a:blip>
          <a:srcRect t="2871" b="2871"/>
          <a:stretch>
            <a:fillRect/>
          </a:stretch>
        </p:blip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par>
                                <p:cTn id="8" presetID="16" presetClass="entr" presetSubtype="2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par>
                                <p:cTn id="11" presetID="16" presetClass="entr" presetSubtype="21"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circle(in)">
                                      <p:cBhvr>
                                        <p:cTn id="21" dur="20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25">
                                            <p:txEl>
                                              <p:pRg st="0" end="0"/>
                                            </p:txEl>
                                          </p:spTgt>
                                        </p:tgtEl>
                                        <p:attrNameLst>
                                          <p:attrName>style.visibility</p:attrName>
                                        </p:attrNameLst>
                                      </p:cBhvr>
                                      <p:to>
                                        <p:strVal val="visible"/>
                                      </p:to>
                                    </p:set>
                                    <p:animEffect transition="in" filter="randombar(horizontal)">
                                      <p:cBhvr>
                                        <p:cTn id="26"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Microsoft YaHei" panose="020B0503020204020204" charset="-122"/>
            <a:cs typeface="Posterama" panose="020B0504020200020000"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515263-A3DE-4193-B6AA-5C449C94519F}">
  <ds:schemaRefs/>
</ds:datastoreItem>
</file>

<file path=customXml/itemProps2.xml><?xml version="1.0" encoding="utf-8"?>
<ds:datastoreItem xmlns:ds="http://schemas.openxmlformats.org/officeDocument/2006/customXml" ds:itemID="{74CFA8B0-C7B8-4655-A378-2962C04794D3}">
  <ds:schemaRefs/>
</ds:datastoreItem>
</file>

<file path=customXml/itemProps3.xml><?xml version="1.0" encoding="utf-8"?>
<ds:datastoreItem xmlns:ds="http://schemas.openxmlformats.org/officeDocument/2006/customXml" ds:itemID="{A0AD9BE2-6B3D-4616-B044-300A8177DEA5}">
  <ds:schemaRefs/>
</ds:datastoreItem>
</file>

<file path=docProps/app.xml><?xml version="1.0" encoding="utf-8"?>
<Properties xmlns="http://schemas.openxmlformats.org/officeDocument/2006/extended-properties" xmlns:vt="http://schemas.openxmlformats.org/officeDocument/2006/docPropsVTypes">
  <Template>Hexagon presentation light</Template>
  <TotalTime>444</TotalTime>
  <Words>396</Words>
  <Application>Microsoft Office PowerPoint</Application>
  <PresentationFormat>Widescreen</PresentationFormat>
  <Paragraphs>49</Paragraphs>
  <Slides>17</Slides>
  <Notes>4</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等线</vt:lpstr>
      <vt:lpstr>Abadi</vt:lpstr>
      <vt:lpstr>Arial</vt:lpstr>
      <vt:lpstr>Calibri</vt:lpstr>
      <vt:lpstr>Posterama Text Black</vt:lpstr>
      <vt:lpstr>Posterama Text SemiBold</vt:lpstr>
      <vt:lpstr>Times New Roman</vt:lpstr>
      <vt:lpstr>Custom​​</vt:lpstr>
      <vt:lpstr>Báo cáo môn học: Dự án kỹ thuật nâng cao (Viễn thông)</vt:lpstr>
      <vt:lpstr>Chủ Đề : Thiết Kế Hệ Thống Khóa Cửa Sử Dụng Bàn Phím Và Cảm Biến Vân Tay</vt:lpstr>
      <vt:lpstr>Tính Năng Của Thiết Bị </vt:lpstr>
      <vt:lpstr>Sơ đồ khối hệ thống</vt:lpstr>
      <vt:lpstr>Sơ Đồ Nguyên Lí</vt:lpstr>
      <vt:lpstr> Mạch PCB</vt:lpstr>
      <vt:lpstr>Mạch hoàn thiện</vt:lpstr>
      <vt:lpstr>PowerPoint Presentation</vt:lpstr>
      <vt:lpstr>Free RTOS</vt:lpstr>
      <vt:lpstr>Chức năng phụ của bàn phím:  Phím A: đổi mật khẩu.  Phím B: thêm vân tay.  Phím C: xóa vân tay.  Phím D: quay lại màn hình chính.  Phím *: dùng để xóa kí tự.  Phím #: là enter.</vt:lpstr>
      <vt:lpstr>Lưu đồ giải thuật</vt:lpstr>
      <vt:lpstr>Khối bàn phím</vt:lpstr>
      <vt:lpstr>Khối xử lý dữ liệu vân tay</vt:lpstr>
      <vt:lpstr>Khối Web</vt:lpstr>
      <vt:lpstr>Mô hình hoàn thiện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Chủ Đề : Thiết Kế Hệ Thống Mở Cửa Thông Minh</dc:title>
  <dc:creator>doquockhanh251123@gmail.com</dc:creator>
  <cp:lastModifiedBy>Vũ Mạnh Tân</cp:lastModifiedBy>
  <cp:revision>64</cp:revision>
  <dcterms:created xsi:type="dcterms:W3CDTF">2024-08-11T13:14:00Z</dcterms:created>
  <dcterms:modified xsi:type="dcterms:W3CDTF">2025-10-27T09:00:50Z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9D2B246200334E90849A066B83D088C1_12</vt:lpwstr>
  </property>
  <property fmtid="{D5CDD505-2E9C-101B-9397-08002B2CF9AE}" pid="4" name="KSOProductBuildVer">
    <vt:lpwstr>1033-12.2.0.22549</vt:lpwstr>
  </property>
</Properties>
</file>